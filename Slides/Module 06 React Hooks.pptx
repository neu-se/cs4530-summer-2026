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1"/>
  </p:notesMasterIdLst>
  <p:sldIdLst>
    <p:sldId id="404" r:id="rId2"/>
    <p:sldId id="431" r:id="rId3"/>
    <p:sldId id="538" r:id="rId4"/>
    <p:sldId id="427" r:id="rId5"/>
    <p:sldId id="407" r:id="rId6"/>
    <p:sldId id="439" r:id="rId7"/>
    <p:sldId id="408" r:id="rId8"/>
    <p:sldId id="440" r:id="rId9"/>
    <p:sldId id="410" r:id="rId10"/>
    <p:sldId id="550" r:id="rId11"/>
    <p:sldId id="551" r:id="rId12"/>
    <p:sldId id="435" r:id="rId13"/>
    <p:sldId id="549" r:id="rId14"/>
    <p:sldId id="414" r:id="rId15"/>
    <p:sldId id="416" r:id="rId16"/>
    <p:sldId id="438" r:id="rId17"/>
    <p:sldId id="418" r:id="rId18"/>
    <p:sldId id="436" r:id="rId19"/>
    <p:sldId id="437" r:id="rId20"/>
    <p:sldId id="542" r:id="rId21"/>
    <p:sldId id="543" r:id="rId22"/>
    <p:sldId id="539" r:id="rId23"/>
    <p:sldId id="421" r:id="rId24"/>
    <p:sldId id="442" r:id="rId25"/>
    <p:sldId id="424" r:id="rId26"/>
    <p:sldId id="443" r:id="rId27"/>
    <p:sldId id="444" r:id="rId28"/>
    <p:sldId id="445" r:id="rId29"/>
    <p:sldId id="449" r:id="rId30"/>
    <p:sldId id="447" r:id="rId31"/>
    <p:sldId id="276" r:id="rId32"/>
    <p:sldId id="277" r:id="rId33"/>
    <p:sldId id="544" r:id="rId34"/>
    <p:sldId id="545" r:id="rId35"/>
    <p:sldId id="555" r:id="rId36"/>
    <p:sldId id="546" r:id="rId37"/>
    <p:sldId id="547" r:id="rId38"/>
    <p:sldId id="548" r:id="rId39"/>
    <p:sldId id="557" r:id="rId40"/>
    <p:sldId id="540" r:id="rId41"/>
    <p:sldId id="288" r:id="rId42"/>
    <p:sldId id="537" r:id="rId43"/>
    <p:sldId id="552" r:id="rId44"/>
    <p:sldId id="553" r:id="rId45"/>
    <p:sldId id="541" r:id="rId46"/>
    <p:sldId id="450" r:id="rId47"/>
    <p:sldId id="558" r:id="rId48"/>
    <p:sldId id="559" r:id="rId49"/>
    <p:sldId id="425" r:id="rId50"/>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F6A37B-697C-4290-A1B5-0CB4BB45D11B}" v="57" dt="2024-09-29T12:59:33.20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61" autoAdjust="0"/>
    <p:restoredTop sz="74461" autoAdjust="0"/>
  </p:normalViewPr>
  <p:slideViewPr>
    <p:cSldViewPr snapToGrid="0">
      <p:cViewPr varScale="1">
        <p:scale>
          <a:sx n="55" d="100"/>
          <a:sy n="55" d="100"/>
        </p:scale>
        <p:origin x="1080" y="40"/>
      </p:cViewPr>
      <p:guideLst/>
    </p:cSldViewPr>
  </p:slideViewPr>
  <p:notesTextViewPr>
    <p:cViewPr>
      <p:scale>
        <a:sx n="150" d="100"/>
        <a:sy n="150" d="100"/>
      </p:scale>
      <p:origin x="0" y="0"/>
    </p:cViewPr>
  </p:notesTextViewPr>
  <p:sorterViewPr>
    <p:cViewPr varScale="1">
      <p:scale>
        <a:sx n="100" d="100"/>
        <a:sy n="100" d="100"/>
      </p:scale>
      <p:origin x="0" y="-1109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4E8951AA-E15D-42A6-A3F0-2BF2BA009931}"/>
    <pc:docChg chg="undo custSel addSld delSld modSld modSection">
      <pc:chgData name="Mitchell Wand" userId="de9b44c55c049659" providerId="LiveId" clId="{4E8951AA-E15D-42A6-A3F0-2BF2BA009931}" dt="2023-09-26T02:22:34.289" v="3622" actId="20577"/>
      <pc:docMkLst>
        <pc:docMk/>
      </pc:docMkLst>
      <pc:sldChg chg="addSp delSp modSp del mod modNotesTx">
        <pc:chgData name="Mitchell Wand" userId="de9b44c55c049659" providerId="LiveId" clId="{4E8951AA-E15D-42A6-A3F0-2BF2BA009931}" dt="2023-09-26T02:01:39.416" v="2301" actId="2696"/>
        <pc:sldMkLst>
          <pc:docMk/>
          <pc:sldMk cId="1781994050" sldId="406"/>
        </pc:sldMkLst>
        <pc:spChg chg="mod">
          <ac:chgData name="Mitchell Wand" userId="de9b44c55c049659" providerId="LiveId" clId="{4E8951AA-E15D-42A6-A3F0-2BF2BA009931}" dt="2023-09-26T01:20:12.043" v="33" actId="20577"/>
          <ac:spMkLst>
            <pc:docMk/>
            <pc:sldMk cId="1781994050" sldId="406"/>
            <ac:spMk id="5" creationId="{5C2E1ABB-109B-58EC-C176-0B5CEAA50C8D}"/>
          </ac:spMkLst>
        </pc:spChg>
        <pc:spChg chg="add del mod">
          <ac:chgData name="Mitchell Wand" userId="de9b44c55c049659" providerId="LiveId" clId="{4E8951AA-E15D-42A6-A3F0-2BF2BA009931}" dt="2023-09-26T01:20:28.756" v="44" actId="478"/>
          <ac:spMkLst>
            <pc:docMk/>
            <pc:sldMk cId="1781994050" sldId="406"/>
            <ac:spMk id="7" creationId="{E0832318-E044-A38E-967C-26F6BB777335}"/>
          </ac:spMkLst>
        </pc:spChg>
        <pc:spChg chg="add mod">
          <ac:chgData name="Mitchell Wand" userId="de9b44c55c049659" providerId="LiveId" clId="{4E8951AA-E15D-42A6-A3F0-2BF2BA009931}" dt="2023-09-26T01:21:33.261" v="83" actId="207"/>
          <ac:spMkLst>
            <pc:docMk/>
            <pc:sldMk cId="1781994050" sldId="406"/>
            <ac:spMk id="8" creationId="{26C3FA75-64CA-C959-0B28-81AD3FB51474}"/>
          </ac:spMkLst>
        </pc:spChg>
        <pc:spChg chg="add mod">
          <ac:chgData name="Mitchell Wand" userId="de9b44c55c049659" providerId="LiveId" clId="{4E8951AA-E15D-42A6-A3F0-2BF2BA009931}" dt="2023-09-26T01:32:10.063" v="804" actId="14100"/>
          <ac:spMkLst>
            <pc:docMk/>
            <pc:sldMk cId="1781994050" sldId="406"/>
            <ac:spMk id="9" creationId="{311E723F-5709-3B3B-ABAE-5401E8EF42BA}"/>
          </ac:spMkLst>
        </pc:spChg>
      </pc:sldChg>
      <pc:sldChg chg="modNotesTx">
        <pc:chgData name="Mitchell Wand" userId="de9b44c55c049659" providerId="LiveId" clId="{4E8951AA-E15D-42A6-A3F0-2BF2BA009931}" dt="2023-09-26T02:15:17.457" v="3348" actId="20577"/>
        <pc:sldMkLst>
          <pc:docMk/>
          <pc:sldMk cId="1143622218" sldId="408"/>
        </pc:sldMkLst>
      </pc:sldChg>
      <pc:sldChg chg="del">
        <pc:chgData name="Mitchell Wand" userId="de9b44c55c049659" providerId="LiveId" clId="{4E8951AA-E15D-42A6-A3F0-2BF2BA009931}" dt="2023-09-26T02:19:03.785" v="3469" actId="47"/>
        <pc:sldMkLst>
          <pc:docMk/>
          <pc:sldMk cId="4001364585" sldId="411"/>
        </pc:sldMkLst>
      </pc:sldChg>
      <pc:sldChg chg="modNotesTx">
        <pc:chgData name="Mitchell Wand" userId="de9b44c55c049659" providerId="LiveId" clId="{4E8951AA-E15D-42A6-A3F0-2BF2BA009931}" dt="2023-09-26T02:19:54.512" v="3529" actId="20577"/>
        <pc:sldMkLst>
          <pc:docMk/>
          <pc:sldMk cId="1613929314" sldId="414"/>
        </pc:sldMkLst>
      </pc:sldChg>
      <pc:sldChg chg="modSp mod">
        <pc:chgData name="Mitchell Wand" userId="de9b44c55c049659" providerId="LiveId" clId="{4E8951AA-E15D-42A6-A3F0-2BF2BA009931}" dt="2023-09-26T02:22:34.289" v="3622" actId="20577"/>
        <pc:sldMkLst>
          <pc:docMk/>
          <pc:sldMk cId="3935049033" sldId="418"/>
        </pc:sldMkLst>
        <pc:spChg chg="mod">
          <ac:chgData name="Mitchell Wand" userId="de9b44c55c049659" providerId="LiveId" clId="{4E8951AA-E15D-42A6-A3F0-2BF2BA009931}" dt="2023-09-26T02:22:34.289" v="3622" actId="20577"/>
          <ac:spMkLst>
            <pc:docMk/>
            <pc:sldMk cId="3935049033" sldId="418"/>
            <ac:spMk id="4" creationId="{44AC5415-9220-67BD-54EF-9DF869878B9D}"/>
          </ac:spMkLst>
        </pc:spChg>
      </pc:sldChg>
      <pc:sldChg chg="addSp delSp modSp new del mod modClrScheme chgLayout">
        <pc:chgData name="Mitchell Wand" userId="de9b44c55c049659" providerId="LiveId" clId="{4E8951AA-E15D-42A6-A3F0-2BF2BA009931}" dt="2023-09-26T01:19:11.817" v="25" actId="2696"/>
        <pc:sldMkLst>
          <pc:docMk/>
          <pc:sldMk cId="2408242345" sldId="426"/>
        </pc:sldMkLst>
        <pc:spChg chg="del mod">
          <ac:chgData name="Mitchell Wand" userId="de9b44c55c049659" providerId="LiveId" clId="{4E8951AA-E15D-42A6-A3F0-2BF2BA009931}" dt="2023-09-26T01:13:16.088" v="19" actId="700"/>
          <ac:spMkLst>
            <pc:docMk/>
            <pc:sldMk cId="2408242345" sldId="426"/>
            <ac:spMk id="2" creationId="{F803D38A-5DAC-9B5B-7F83-DF2E26F7DDF4}"/>
          </ac:spMkLst>
        </pc:spChg>
        <pc:spChg chg="del">
          <ac:chgData name="Mitchell Wand" userId="de9b44c55c049659" providerId="LiveId" clId="{4E8951AA-E15D-42A6-A3F0-2BF2BA009931}" dt="2023-09-26T01:13:16.088" v="19" actId="700"/>
          <ac:spMkLst>
            <pc:docMk/>
            <pc:sldMk cId="2408242345" sldId="426"/>
            <ac:spMk id="3" creationId="{CAF8BDBD-8246-60E8-D3E8-12F94AFA5B85}"/>
          </ac:spMkLst>
        </pc:spChg>
        <pc:spChg chg="mod ord">
          <ac:chgData name="Mitchell Wand" userId="de9b44c55c049659" providerId="LiveId" clId="{4E8951AA-E15D-42A6-A3F0-2BF2BA009931}" dt="2023-09-26T01:13:22.621" v="21" actId="700"/>
          <ac:spMkLst>
            <pc:docMk/>
            <pc:sldMk cId="2408242345" sldId="426"/>
            <ac:spMk id="4" creationId="{FEA55E2B-866D-0145-E0AC-CE628E222A97}"/>
          </ac:spMkLst>
        </pc:spChg>
        <pc:spChg chg="add del mod ord">
          <ac:chgData name="Mitchell Wand" userId="de9b44c55c049659" providerId="LiveId" clId="{4E8951AA-E15D-42A6-A3F0-2BF2BA009931}" dt="2023-09-26T01:13:20.207" v="20" actId="700"/>
          <ac:spMkLst>
            <pc:docMk/>
            <pc:sldMk cId="2408242345" sldId="426"/>
            <ac:spMk id="5" creationId="{79173A97-3651-8BCC-C1DF-742FAF49480D}"/>
          </ac:spMkLst>
        </pc:spChg>
        <pc:spChg chg="add del mod ord">
          <ac:chgData name="Mitchell Wand" userId="de9b44c55c049659" providerId="LiveId" clId="{4E8951AA-E15D-42A6-A3F0-2BF2BA009931}" dt="2023-09-26T01:13:20.207" v="20" actId="700"/>
          <ac:spMkLst>
            <pc:docMk/>
            <pc:sldMk cId="2408242345" sldId="426"/>
            <ac:spMk id="6" creationId="{3647312A-CF72-3C22-C024-D8002B87CB45}"/>
          </ac:spMkLst>
        </pc:spChg>
        <pc:spChg chg="add del mod ord">
          <ac:chgData name="Mitchell Wand" userId="de9b44c55c049659" providerId="LiveId" clId="{4E8951AA-E15D-42A6-A3F0-2BF2BA009931}" dt="2023-09-26T01:13:22.621" v="21" actId="700"/>
          <ac:spMkLst>
            <pc:docMk/>
            <pc:sldMk cId="2408242345" sldId="426"/>
            <ac:spMk id="7" creationId="{F3434204-8406-A1F0-8DAC-DC3C15C94CF8}"/>
          </ac:spMkLst>
        </pc:spChg>
        <pc:spChg chg="add mod ord">
          <ac:chgData name="Mitchell Wand" userId="de9b44c55c049659" providerId="LiveId" clId="{4E8951AA-E15D-42A6-A3F0-2BF2BA009931}" dt="2023-09-26T01:13:22.621" v="21" actId="700"/>
          <ac:spMkLst>
            <pc:docMk/>
            <pc:sldMk cId="2408242345" sldId="426"/>
            <ac:spMk id="8" creationId="{B7D81C55-9944-DC9E-8E92-AC75A2304C5F}"/>
          </ac:spMkLst>
        </pc:spChg>
        <pc:spChg chg="add mod ord">
          <ac:chgData name="Mitchell Wand" userId="de9b44c55c049659" providerId="LiveId" clId="{4E8951AA-E15D-42A6-A3F0-2BF2BA009931}" dt="2023-09-26T01:13:22.621" v="21" actId="700"/>
          <ac:spMkLst>
            <pc:docMk/>
            <pc:sldMk cId="2408242345" sldId="426"/>
            <ac:spMk id="9" creationId="{AEDDCE4E-CC0E-C740-99D7-9D8159F1EC6C}"/>
          </ac:spMkLst>
        </pc:spChg>
      </pc:sldChg>
      <pc:sldChg chg="addSp delSp modSp new del mod modNotesTx">
        <pc:chgData name="Mitchell Wand" userId="de9b44c55c049659" providerId="LiveId" clId="{4E8951AA-E15D-42A6-A3F0-2BF2BA009931}" dt="2023-09-26T02:01:53.357" v="2302" actId="2696"/>
        <pc:sldMkLst>
          <pc:docMk/>
          <pc:sldMk cId="3995498457" sldId="426"/>
        </pc:sldMkLst>
        <pc:spChg chg="mod">
          <ac:chgData name="Mitchell Wand" userId="de9b44c55c049659" providerId="LiveId" clId="{4E8951AA-E15D-42A6-A3F0-2BF2BA009931}" dt="2023-09-26T01:22:18.174" v="131" actId="20577"/>
          <ac:spMkLst>
            <pc:docMk/>
            <pc:sldMk cId="3995498457" sldId="426"/>
            <ac:spMk id="2" creationId="{C92EF69B-3A83-F71F-FB53-3C3BE2841FB9}"/>
          </ac:spMkLst>
        </pc:spChg>
        <pc:spChg chg="del">
          <ac:chgData name="Mitchell Wand" userId="de9b44c55c049659" providerId="LiveId" clId="{4E8951AA-E15D-42A6-A3F0-2BF2BA009931}" dt="2023-09-26T01:22:31.441" v="132" actId="478"/>
          <ac:spMkLst>
            <pc:docMk/>
            <pc:sldMk cId="3995498457" sldId="426"/>
            <ac:spMk id="3" creationId="{6028535E-11D9-8DE4-9321-3E537B3A6943}"/>
          </ac:spMkLst>
        </pc:spChg>
        <pc:spChg chg="add mod">
          <ac:chgData name="Mitchell Wand" userId="de9b44c55c049659" providerId="LiveId" clId="{4E8951AA-E15D-42A6-A3F0-2BF2BA009931}" dt="2023-09-26T01:23:57.874" v="139" actId="14100"/>
          <ac:spMkLst>
            <pc:docMk/>
            <pc:sldMk cId="3995498457" sldId="426"/>
            <ac:spMk id="6" creationId="{765C85EE-DD79-4C25-7B07-329C227A1210}"/>
          </ac:spMkLst>
        </pc:spChg>
        <pc:spChg chg="add mod">
          <ac:chgData name="Mitchell Wand" userId="de9b44c55c049659" providerId="LiveId" clId="{4E8951AA-E15D-42A6-A3F0-2BF2BA009931}" dt="2023-09-26T01:27:50.704" v="417" actId="692"/>
          <ac:spMkLst>
            <pc:docMk/>
            <pc:sldMk cId="3995498457" sldId="426"/>
            <ac:spMk id="7" creationId="{930C8202-984B-C643-8F75-1FB5FBC59594}"/>
          </ac:spMkLst>
        </pc:spChg>
        <pc:spChg chg="add mod">
          <ac:chgData name="Mitchell Wand" userId="de9b44c55c049659" providerId="LiveId" clId="{4E8951AA-E15D-42A6-A3F0-2BF2BA009931}" dt="2023-09-26T01:28:10.457" v="418" actId="692"/>
          <ac:spMkLst>
            <pc:docMk/>
            <pc:sldMk cId="3995498457" sldId="426"/>
            <ac:spMk id="8" creationId="{0FA698F4-A979-09F2-1E4F-685895D8CA2A}"/>
          </ac:spMkLst>
        </pc:spChg>
      </pc:sldChg>
      <pc:sldChg chg="addSp delSp modSp add mod modAnim modNotesTx">
        <pc:chgData name="Mitchell Wand" userId="de9b44c55c049659" providerId="LiveId" clId="{4E8951AA-E15D-42A6-A3F0-2BF2BA009931}" dt="2023-09-26T02:03:19.265" v="2527" actId="20577"/>
        <pc:sldMkLst>
          <pc:docMk/>
          <pc:sldMk cId="3414127211" sldId="427"/>
        </pc:sldMkLst>
        <pc:spChg chg="mod">
          <ac:chgData name="Mitchell Wand" userId="de9b44c55c049659" providerId="LiveId" clId="{4E8951AA-E15D-42A6-A3F0-2BF2BA009931}" dt="2023-09-26T01:43:38.043" v="944" actId="20577"/>
          <ac:spMkLst>
            <pc:docMk/>
            <pc:sldMk cId="3414127211" sldId="427"/>
            <ac:spMk id="3" creationId="{2DDB6885-DAB4-D298-0AF0-0C1AEC48EB9E}"/>
          </ac:spMkLst>
        </pc:spChg>
        <pc:spChg chg="del mod">
          <ac:chgData name="Mitchell Wand" userId="de9b44c55c049659" providerId="LiveId" clId="{4E8951AA-E15D-42A6-A3F0-2BF2BA009931}" dt="2023-09-26T01:41:15.480" v="908" actId="478"/>
          <ac:spMkLst>
            <pc:docMk/>
            <pc:sldMk cId="3414127211" sldId="427"/>
            <ac:spMk id="5" creationId="{5C2E1ABB-109B-58EC-C176-0B5CEAA50C8D}"/>
          </ac:spMkLst>
        </pc:spChg>
        <pc:spChg chg="mod">
          <ac:chgData name="Mitchell Wand" userId="de9b44c55c049659" providerId="LiveId" clId="{4E8951AA-E15D-42A6-A3F0-2BF2BA009931}" dt="2023-09-26T01:44:01.799" v="947" actId="1076"/>
          <ac:spMkLst>
            <pc:docMk/>
            <pc:sldMk cId="3414127211" sldId="427"/>
            <ac:spMk id="8" creationId="{26C3FA75-64CA-C959-0B28-81AD3FB51474}"/>
          </ac:spMkLst>
        </pc:spChg>
        <pc:spChg chg="mod">
          <ac:chgData name="Mitchell Wand" userId="de9b44c55c049659" providerId="LiveId" clId="{4E8951AA-E15D-42A6-A3F0-2BF2BA009931}" dt="2023-09-26T01:47:30.108" v="1064" actId="20577"/>
          <ac:spMkLst>
            <pc:docMk/>
            <pc:sldMk cId="3414127211" sldId="427"/>
            <ac:spMk id="9" creationId="{311E723F-5709-3B3B-ABAE-5401E8EF42BA}"/>
          </ac:spMkLst>
        </pc:spChg>
        <pc:spChg chg="add del">
          <ac:chgData name="Mitchell Wand" userId="de9b44c55c049659" providerId="LiveId" clId="{4E8951AA-E15D-42A6-A3F0-2BF2BA009931}" dt="2023-09-26T01:41:37.240" v="910" actId="22"/>
          <ac:spMkLst>
            <pc:docMk/>
            <pc:sldMk cId="3414127211" sldId="427"/>
            <ac:spMk id="10" creationId="{9D29328E-AAF5-A317-6D16-B7159067FF21}"/>
          </ac:spMkLst>
        </pc:spChg>
        <pc:spChg chg="add mod ord">
          <ac:chgData name="Mitchell Wand" userId="de9b44c55c049659" providerId="LiveId" clId="{4E8951AA-E15D-42A6-A3F0-2BF2BA009931}" dt="2023-09-26T01:47:12.934" v="1021" actId="167"/>
          <ac:spMkLst>
            <pc:docMk/>
            <pc:sldMk cId="3414127211" sldId="427"/>
            <ac:spMk id="12" creationId="{CB8AB8A6-3946-36F5-47EA-C69393119EAE}"/>
          </ac:spMkLst>
        </pc:spChg>
        <pc:spChg chg="add del">
          <ac:chgData name="Mitchell Wand" userId="de9b44c55c049659" providerId="LiveId" clId="{4E8951AA-E15D-42A6-A3F0-2BF2BA009931}" dt="2023-09-26T01:44:53.957" v="952" actId="21"/>
          <ac:spMkLst>
            <pc:docMk/>
            <pc:sldMk cId="3414127211" sldId="427"/>
            <ac:spMk id="13" creationId="{0F928E21-FC17-A61C-8B45-603FDF5B8404}"/>
          </ac:spMkLst>
        </pc:spChg>
        <pc:spChg chg="add del mod">
          <ac:chgData name="Mitchell Wand" userId="de9b44c55c049659" providerId="LiveId" clId="{4E8951AA-E15D-42A6-A3F0-2BF2BA009931}" dt="2023-09-26T01:46:44.758" v="1017" actId="478"/>
          <ac:spMkLst>
            <pc:docMk/>
            <pc:sldMk cId="3414127211" sldId="427"/>
            <ac:spMk id="14" creationId="{61E52374-A467-B6AE-2017-48EDC7BB687E}"/>
          </ac:spMkLst>
        </pc:spChg>
        <pc:spChg chg="add mod ord">
          <ac:chgData name="Mitchell Wand" userId="de9b44c55c049659" providerId="LiveId" clId="{4E8951AA-E15D-42A6-A3F0-2BF2BA009931}" dt="2023-09-26T01:53:06.135" v="1354" actId="164"/>
          <ac:spMkLst>
            <pc:docMk/>
            <pc:sldMk cId="3414127211" sldId="427"/>
            <ac:spMk id="15" creationId="{B0B99846-94B1-FB3E-25E9-00C8357F84CE}"/>
          </ac:spMkLst>
        </pc:spChg>
        <pc:grpChg chg="add mod">
          <ac:chgData name="Mitchell Wand" userId="de9b44c55c049659" providerId="LiveId" clId="{4E8951AA-E15D-42A6-A3F0-2BF2BA009931}" dt="2023-09-26T01:53:06.135" v="1354" actId="164"/>
          <ac:grpSpMkLst>
            <pc:docMk/>
            <pc:sldMk cId="3414127211" sldId="427"/>
            <ac:grpSpMk id="21" creationId="{6DF6F86B-92DB-2A6F-C86C-D9D8E5D4BF9A}"/>
          </ac:grpSpMkLst>
        </pc:grpChg>
        <pc:cxnChg chg="add mod">
          <ac:chgData name="Mitchell Wand" userId="de9b44c55c049659" providerId="LiveId" clId="{4E8951AA-E15D-42A6-A3F0-2BF2BA009931}" dt="2023-09-26T01:53:06.135" v="1354" actId="164"/>
          <ac:cxnSpMkLst>
            <pc:docMk/>
            <pc:sldMk cId="3414127211" sldId="427"/>
            <ac:cxnSpMk id="17" creationId="{FC0317B6-86FE-BD0A-7F68-B2D5D5675C48}"/>
          </ac:cxnSpMkLst>
        </pc:cxnChg>
      </pc:sldChg>
      <pc:sldChg chg="new del">
        <pc:chgData name="Mitchell Wand" userId="de9b44c55c049659" providerId="LiveId" clId="{4E8951AA-E15D-42A6-A3F0-2BF2BA009931}" dt="2023-09-26T01:19:20.265" v="26" actId="47"/>
        <pc:sldMkLst>
          <pc:docMk/>
          <pc:sldMk cId="3727347283" sldId="427"/>
        </pc:sldMkLst>
      </pc:sldChg>
      <pc:sldChg chg="new del">
        <pc:chgData name="Mitchell Wand" userId="de9b44c55c049659" providerId="LiveId" clId="{4E8951AA-E15D-42A6-A3F0-2BF2BA009931}" dt="2023-09-26T01:19:21.145" v="27" actId="47"/>
        <pc:sldMkLst>
          <pc:docMk/>
          <pc:sldMk cId="3547485222" sldId="428"/>
        </pc:sldMkLst>
      </pc:sldChg>
      <pc:sldChg chg="addSp delSp modSp new mod modAnim modNotesTx">
        <pc:chgData name="Mitchell Wand" userId="de9b44c55c049659" providerId="LiveId" clId="{4E8951AA-E15D-42A6-A3F0-2BF2BA009931}" dt="2023-09-26T02:14:39.806" v="3304" actId="20577"/>
        <pc:sldMkLst>
          <pc:docMk/>
          <pc:sldMk cId="4009855822" sldId="428"/>
        </pc:sldMkLst>
        <pc:spChg chg="mod">
          <ac:chgData name="Mitchell Wand" userId="de9b44c55c049659" providerId="LiveId" clId="{4E8951AA-E15D-42A6-A3F0-2BF2BA009931}" dt="2023-09-26T02:04:13.324" v="2644" actId="20577"/>
          <ac:spMkLst>
            <pc:docMk/>
            <pc:sldMk cId="4009855822" sldId="428"/>
            <ac:spMk id="2" creationId="{DE0B8C4F-61BB-84AA-AB6D-424C8C30EDD9}"/>
          </ac:spMkLst>
        </pc:spChg>
        <pc:spChg chg="del">
          <ac:chgData name="Mitchell Wand" userId="de9b44c55c049659" providerId="LiveId" clId="{4E8951AA-E15D-42A6-A3F0-2BF2BA009931}" dt="2023-09-26T02:05:54.819" v="2645" actId="478"/>
          <ac:spMkLst>
            <pc:docMk/>
            <pc:sldMk cId="4009855822" sldId="428"/>
            <ac:spMk id="3" creationId="{161B9AEA-DE92-D618-99B0-797906E518D9}"/>
          </ac:spMkLst>
        </pc:spChg>
        <pc:spChg chg="add mod">
          <ac:chgData name="Mitchell Wand" userId="de9b44c55c049659" providerId="LiveId" clId="{4E8951AA-E15D-42A6-A3F0-2BF2BA009931}" dt="2023-09-26T02:10:54.132" v="2812" actId="20577"/>
          <ac:spMkLst>
            <pc:docMk/>
            <pc:sldMk cId="4009855822" sldId="428"/>
            <ac:spMk id="6" creationId="{EF1F3BB2-2BC7-BE36-D551-F7C0BF68C652}"/>
          </ac:spMkLst>
        </pc:spChg>
        <pc:spChg chg="add mod">
          <ac:chgData name="Mitchell Wand" userId="de9b44c55c049659" providerId="LiveId" clId="{4E8951AA-E15D-42A6-A3F0-2BF2BA009931}" dt="2023-09-26T02:11:16.554" v="2816" actId="1076"/>
          <ac:spMkLst>
            <pc:docMk/>
            <pc:sldMk cId="4009855822" sldId="428"/>
            <ac:spMk id="7" creationId="{80E88B98-44E2-F437-AED9-1D3AF86B50E5}"/>
          </ac:spMkLst>
        </pc:spChg>
        <pc:spChg chg="add mod">
          <ac:chgData name="Mitchell Wand" userId="de9b44c55c049659" providerId="LiveId" clId="{4E8951AA-E15D-42A6-A3F0-2BF2BA009931}" dt="2023-09-26T02:11:58.472" v="2876" actId="20577"/>
          <ac:spMkLst>
            <pc:docMk/>
            <pc:sldMk cId="4009855822" sldId="428"/>
            <ac:spMk id="8" creationId="{7E4D0137-04F4-5781-9C61-3353F1EA56B6}"/>
          </ac:spMkLst>
        </pc:spChg>
      </pc:sldChg>
      <pc:sldChg chg="delSp modSp add mod modNotesTx">
        <pc:chgData name="Mitchell Wand" userId="de9b44c55c049659" providerId="LiveId" clId="{4E8951AA-E15D-42A6-A3F0-2BF2BA009931}" dt="2023-09-26T02:16:54.831" v="3357" actId="20577"/>
        <pc:sldMkLst>
          <pc:docMk/>
          <pc:sldMk cId="3210161590" sldId="429"/>
        </pc:sldMkLst>
        <pc:spChg chg="mod">
          <ac:chgData name="Mitchell Wand" userId="de9b44c55c049659" providerId="LiveId" clId="{4E8951AA-E15D-42A6-A3F0-2BF2BA009931}" dt="2023-09-26T02:16:24.596" v="3354" actId="14100"/>
          <ac:spMkLst>
            <pc:docMk/>
            <pc:sldMk cId="3210161590" sldId="429"/>
            <ac:spMk id="4" creationId="{83A55EF2-F2B7-1389-5577-9CDCB4BF29DF}"/>
          </ac:spMkLst>
        </pc:spChg>
        <pc:spChg chg="del">
          <ac:chgData name="Mitchell Wand" userId="de9b44c55c049659" providerId="LiveId" clId="{4E8951AA-E15D-42A6-A3F0-2BF2BA009931}" dt="2023-09-26T02:15:55.502" v="3350" actId="478"/>
          <ac:spMkLst>
            <pc:docMk/>
            <pc:sldMk cId="3210161590" sldId="429"/>
            <ac:spMk id="6" creationId="{2C8660CF-5BE8-2DA4-7A63-693429493700}"/>
          </ac:spMkLst>
        </pc:spChg>
      </pc:sldChg>
      <pc:sldChg chg="new del">
        <pc:chgData name="Mitchell Wand" userId="de9b44c55c049659" providerId="LiveId" clId="{4E8951AA-E15D-42A6-A3F0-2BF2BA009931}" dt="2023-09-26T01:19:22.059" v="28" actId="47"/>
        <pc:sldMkLst>
          <pc:docMk/>
          <pc:sldMk cId="3745100269" sldId="429"/>
        </pc:sldMkLst>
      </pc:sldChg>
      <pc:sldChg chg="addSp modSp new mod modNotesTx">
        <pc:chgData name="Mitchell Wand" userId="de9b44c55c049659" providerId="LiveId" clId="{4E8951AA-E15D-42A6-A3F0-2BF2BA009931}" dt="2023-09-26T02:18:54.883" v="3468" actId="20577"/>
        <pc:sldMkLst>
          <pc:docMk/>
          <pc:sldMk cId="2918518263" sldId="430"/>
        </pc:sldMkLst>
        <pc:spChg chg="mod">
          <ac:chgData name="Mitchell Wand" userId="de9b44c55c049659" providerId="LiveId" clId="{4E8951AA-E15D-42A6-A3F0-2BF2BA009931}" dt="2023-09-26T02:17:47.464" v="3380" actId="20577"/>
          <ac:spMkLst>
            <pc:docMk/>
            <pc:sldMk cId="2918518263" sldId="430"/>
            <ac:spMk id="2" creationId="{1BC3DCDF-2778-E0E5-1331-9B499E72464D}"/>
          </ac:spMkLst>
        </pc:spChg>
        <pc:spChg chg="add mod">
          <ac:chgData name="Mitchell Wand" userId="de9b44c55c049659" providerId="LiveId" clId="{4E8951AA-E15D-42A6-A3F0-2BF2BA009931}" dt="2023-09-26T02:18:25.758" v="3384" actId="255"/>
          <ac:spMkLst>
            <pc:docMk/>
            <pc:sldMk cId="2918518263" sldId="430"/>
            <ac:spMk id="4" creationId="{38A20681-AC1C-154F-001D-174239530F7B}"/>
          </ac:spMkLst>
        </pc:spChg>
      </pc:sldChg>
    </pc:docChg>
  </pc:docChgLst>
  <pc:docChgLst>
    <pc:chgData name="Mitchell Wand" userId="de9b44c55c049659" providerId="LiveId" clId="{AA6F09A9-4509-4C03-8175-3B4E3E5D3118}"/>
    <pc:docChg chg="undo custSel addSld delSld modSld sldOrd modMainMaster addSection modSection">
      <pc:chgData name="Mitchell Wand" userId="de9b44c55c049659" providerId="LiveId" clId="{AA6F09A9-4509-4C03-8175-3B4E3E5D3118}" dt="2023-09-21T18:58:12.927" v="7755"/>
      <pc:docMkLst>
        <pc:docMk/>
      </pc:docMkLst>
      <pc:sldChg chg="delSp mod">
        <pc:chgData name="Mitchell Wand" userId="de9b44c55c049659" providerId="LiveId" clId="{AA6F09A9-4509-4C03-8175-3B4E3E5D3118}" dt="2023-09-11T17:31:20.728" v="765" actId="478"/>
        <pc:sldMkLst>
          <pc:docMk/>
          <pc:sldMk cId="0" sldId="257"/>
        </pc:sldMkLst>
        <pc:spChg chg="del">
          <ac:chgData name="Mitchell Wand" userId="de9b44c55c049659" providerId="LiveId" clId="{AA6F09A9-4509-4C03-8175-3B4E3E5D3118}" dt="2023-09-11T17:31:20.728" v="765" actId="478"/>
          <ac:spMkLst>
            <pc:docMk/>
            <pc:sldMk cId="0" sldId="257"/>
            <ac:spMk id="2" creationId="{D201EEDC-E523-F51C-0960-E9EA879B92C6}"/>
          </ac:spMkLst>
        </pc:spChg>
      </pc:sldChg>
      <pc:sldChg chg="modSp mod">
        <pc:chgData name="Mitchell Wand" userId="de9b44c55c049659" providerId="LiveId" clId="{AA6F09A9-4509-4C03-8175-3B4E3E5D3118}" dt="2023-09-20T20:47:13.358" v="2016" actId="20577"/>
        <pc:sldMkLst>
          <pc:docMk/>
          <pc:sldMk cId="0" sldId="271"/>
        </pc:sldMkLst>
        <pc:spChg chg="mod">
          <ac:chgData name="Mitchell Wand" userId="de9b44c55c049659" providerId="LiveId" clId="{AA6F09A9-4509-4C03-8175-3B4E3E5D3118}" dt="2023-09-20T20:47:13.358" v="2016" actId="20577"/>
          <ac:spMkLst>
            <pc:docMk/>
            <pc:sldMk cId="0" sldId="271"/>
            <ac:spMk id="210" creationId="{00000000-0000-0000-0000-000000000000}"/>
          </ac:spMkLst>
        </pc:spChg>
      </pc:sldChg>
      <pc:sldChg chg="modNotesTx">
        <pc:chgData name="Mitchell Wand" userId="de9b44c55c049659" providerId="LiveId" clId="{AA6F09A9-4509-4C03-8175-3B4E3E5D3118}" dt="2023-09-20T20:50:16.813" v="2180" actId="20577"/>
        <pc:sldMkLst>
          <pc:docMk/>
          <pc:sldMk cId="0" sldId="274"/>
        </pc:sldMkLst>
      </pc:sldChg>
      <pc:sldChg chg="add">
        <pc:chgData name="Mitchell Wand" userId="de9b44c55c049659" providerId="LiveId" clId="{AA6F09A9-4509-4C03-8175-3B4E3E5D3118}" dt="2023-09-21T17:55:36.232" v="7740"/>
        <pc:sldMkLst>
          <pc:docMk/>
          <pc:sldMk cId="578956470" sldId="276"/>
        </pc:sldMkLst>
      </pc:sldChg>
      <pc:sldChg chg="add">
        <pc:chgData name="Mitchell Wand" userId="de9b44c55c049659" providerId="LiveId" clId="{AA6F09A9-4509-4C03-8175-3B4E3E5D3118}" dt="2023-09-21T17:55:56.788" v="7741"/>
        <pc:sldMkLst>
          <pc:docMk/>
          <pc:sldMk cId="0" sldId="277"/>
        </pc:sldMkLst>
      </pc:sldChg>
      <pc:sldChg chg="modNotesTx">
        <pc:chgData name="Mitchell Wand" userId="de9b44c55c049659" providerId="LiveId" clId="{AA6F09A9-4509-4C03-8175-3B4E3E5D3118}" dt="2023-09-20T20:47:34.589" v="2033" actId="20577"/>
        <pc:sldMkLst>
          <pc:docMk/>
          <pc:sldMk cId="0" sldId="278"/>
        </pc:sldMkLst>
      </pc:sldChg>
      <pc:sldChg chg="del">
        <pc:chgData name="Mitchell Wand" userId="de9b44c55c049659" providerId="LiveId" clId="{AA6F09A9-4509-4C03-8175-3B4E3E5D3118}" dt="2023-09-11T16:54:36.257" v="592" actId="47"/>
        <pc:sldMkLst>
          <pc:docMk/>
          <pc:sldMk cId="0" sldId="283"/>
        </pc:sldMkLst>
      </pc:sldChg>
      <pc:sldChg chg="del">
        <pc:chgData name="Mitchell Wand" userId="de9b44c55c049659" providerId="LiveId" clId="{AA6F09A9-4509-4C03-8175-3B4E3E5D3118}" dt="2023-09-11T16:50:11.575" v="450" actId="2696"/>
        <pc:sldMkLst>
          <pc:docMk/>
          <pc:sldMk cId="0" sldId="284"/>
        </pc:sldMkLst>
      </pc:sldChg>
      <pc:sldChg chg="del">
        <pc:chgData name="Mitchell Wand" userId="de9b44c55c049659" providerId="LiveId" clId="{AA6F09A9-4509-4C03-8175-3B4E3E5D3118}" dt="2023-09-11T16:50:11.575" v="450" actId="2696"/>
        <pc:sldMkLst>
          <pc:docMk/>
          <pc:sldMk cId="0" sldId="285"/>
        </pc:sldMkLst>
      </pc:sldChg>
      <pc:sldChg chg="modSp mod ord">
        <pc:chgData name="Mitchell Wand" userId="de9b44c55c049659" providerId="LiveId" clId="{AA6F09A9-4509-4C03-8175-3B4E3E5D3118}" dt="2023-09-11T16:55:41.357" v="645" actId="20577"/>
        <pc:sldMkLst>
          <pc:docMk/>
          <pc:sldMk cId="0" sldId="288"/>
        </pc:sldMkLst>
        <pc:spChg chg="mod">
          <ac:chgData name="Mitchell Wand" userId="de9b44c55c049659" providerId="LiveId" clId="{AA6F09A9-4509-4C03-8175-3B4E3E5D3118}" dt="2023-09-11T16:55:41.357" v="645" actId="20577"/>
          <ac:spMkLst>
            <pc:docMk/>
            <pc:sldMk cId="0" sldId="288"/>
            <ac:spMk id="370" creationId="{00000000-0000-0000-0000-000000000000}"/>
          </ac:spMkLst>
        </pc:spChg>
      </pc:sldChg>
      <pc:sldChg chg="modSp mod">
        <pc:chgData name="Mitchell Wand" userId="de9b44c55c049659" providerId="LiveId" clId="{AA6F09A9-4509-4C03-8175-3B4E3E5D3118}" dt="2023-09-11T16:56:28.617" v="646" actId="114"/>
        <pc:sldMkLst>
          <pc:docMk/>
          <pc:sldMk cId="0" sldId="289"/>
        </pc:sldMkLst>
        <pc:spChg chg="mod">
          <ac:chgData name="Mitchell Wand" userId="de9b44c55c049659" providerId="LiveId" clId="{AA6F09A9-4509-4C03-8175-3B4E3E5D3118}" dt="2023-09-11T16:56:28.617" v="646" actId="114"/>
          <ac:spMkLst>
            <pc:docMk/>
            <pc:sldMk cId="0" sldId="289"/>
            <ac:spMk id="377" creationId="{00000000-0000-0000-0000-000000000000}"/>
          </ac:spMkLst>
        </pc:spChg>
      </pc:sldChg>
      <pc:sldChg chg="modSp mod modNotesTx">
        <pc:chgData name="Mitchell Wand" userId="de9b44c55c049659" providerId="LiveId" clId="{AA6F09A9-4509-4C03-8175-3B4E3E5D3118}" dt="2023-09-20T20:54:30.856" v="2208" actId="13926"/>
        <pc:sldMkLst>
          <pc:docMk/>
          <pc:sldMk cId="0" sldId="290"/>
        </pc:sldMkLst>
        <pc:spChg chg="mod">
          <ac:chgData name="Mitchell Wand" userId="de9b44c55c049659" providerId="LiveId" clId="{AA6F09A9-4509-4C03-8175-3B4E3E5D3118}" dt="2023-09-20T20:54:30.856" v="2208" actId="13926"/>
          <ac:spMkLst>
            <pc:docMk/>
            <pc:sldMk cId="0" sldId="290"/>
            <ac:spMk id="387" creationId="{00000000-0000-0000-0000-000000000000}"/>
          </ac:spMkLst>
        </pc:spChg>
      </pc:sldChg>
      <pc:sldChg chg="modSp mod">
        <pc:chgData name="Mitchell Wand" userId="de9b44c55c049659" providerId="LiveId" clId="{AA6F09A9-4509-4C03-8175-3B4E3E5D3118}" dt="2023-09-20T20:55:51.503" v="2212" actId="13926"/>
        <pc:sldMkLst>
          <pc:docMk/>
          <pc:sldMk cId="0" sldId="291"/>
        </pc:sldMkLst>
        <pc:spChg chg="mod">
          <ac:chgData name="Mitchell Wand" userId="de9b44c55c049659" providerId="LiveId" clId="{AA6F09A9-4509-4C03-8175-3B4E3E5D3118}" dt="2023-09-20T20:55:51.503" v="2212" actId="13926"/>
          <ac:spMkLst>
            <pc:docMk/>
            <pc:sldMk cId="0" sldId="291"/>
            <ac:spMk id="396" creationId="{00000000-0000-0000-0000-000000000000}"/>
          </ac:spMkLst>
        </pc:spChg>
      </pc:sldChg>
      <pc:sldChg chg="modSp mod">
        <pc:chgData name="Mitchell Wand" userId="de9b44c55c049659" providerId="LiveId" clId="{AA6F09A9-4509-4C03-8175-3B4E3E5D3118}" dt="2023-09-11T16:59:06.050" v="662" actId="114"/>
        <pc:sldMkLst>
          <pc:docMk/>
          <pc:sldMk cId="0" sldId="292"/>
        </pc:sldMkLst>
        <pc:spChg chg="mod">
          <ac:chgData name="Mitchell Wand" userId="de9b44c55c049659" providerId="LiveId" clId="{AA6F09A9-4509-4C03-8175-3B4E3E5D3118}" dt="2023-09-11T16:59:06.050" v="662" actId="114"/>
          <ac:spMkLst>
            <pc:docMk/>
            <pc:sldMk cId="0" sldId="292"/>
            <ac:spMk id="405" creationId="{00000000-0000-0000-0000-000000000000}"/>
          </ac:spMkLst>
        </pc:spChg>
      </pc:sldChg>
      <pc:sldChg chg="modSp mod">
        <pc:chgData name="Mitchell Wand" userId="de9b44c55c049659" providerId="LiveId" clId="{AA6F09A9-4509-4C03-8175-3B4E3E5D3118}" dt="2023-09-11T17:29:32.574" v="682" actId="113"/>
        <pc:sldMkLst>
          <pc:docMk/>
          <pc:sldMk cId="0" sldId="294"/>
        </pc:sldMkLst>
        <pc:spChg chg="mod">
          <ac:chgData name="Mitchell Wand" userId="de9b44c55c049659" providerId="LiveId" clId="{AA6F09A9-4509-4C03-8175-3B4E3E5D3118}" dt="2023-09-11T17:29:32.574" v="682" actId="113"/>
          <ac:spMkLst>
            <pc:docMk/>
            <pc:sldMk cId="0" sldId="294"/>
            <ac:spMk id="419" creationId="{00000000-0000-0000-0000-000000000000}"/>
          </ac:spMkLst>
        </pc:spChg>
      </pc:sldChg>
      <pc:sldChg chg="modSp mod ord modAnim">
        <pc:chgData name="Mitchell Wand" userId="de9b44c55c049659" providerId="LiveId" clId="{AA6F09A9-4509-4C03-8175-3B4E3E5D3118}" dt="2023-09-11T16:54:29.095" v="591" actId="20577"/>
        <pc:sldMkLst>
          <pc:docMk/>
          <pc:sldMk cId="2813158976" sldId="296"/>
        </pc:sldMkLst>
        <pc:spChg chg="mod">
          <ac:chgData name="Mitchell Wand" userId="de9b44c55c049659" providerId="LiveId" clId="{AA6F09A9-4509-4C03-8175-3B4E3E5D3118}" dt="2023-09-11T16:54:29.095" v="591" actId="20577"/>
          <ac:spMkLst>
            <pc:docMk/>
            <pc:sldMk cId="2813158976" sldId="296"/>
            <ac:spMk id="322" creationId="{00000000-0000-0000-0000-000000000000}"/>
          </ac:spMkLst>
        </pc:spChg>
      </pc:sldChg>
      <pc:sldChg chg="modSp mod">
        <pc:chgData name="Mitchell Wand" userId="de9b44c55c049659" providerId="LiveId" clId="{AA6F09A9-4509-4C03-8175-3B4E3E5D3118}" dt="2023-09-11T16:58:13.672" v="660" actId="20577"/>
        <pc:sldMkLst>
          <pc:docMk/>
          <pc:sldMk cId="2690522714" sldId="386"/>
        </pc:sldMkLst>
        <pc:spChg chg="mod">
          <ac:chgData name="Mitchell Wand" userId="de9b44c55c049659" providerId="LiveId" clId="{AA6F09A9-4509-4C03-8175-3B4E3E5D3118}" dt="2023-09-11T16:58:13.672" v="660" actId="20577"/>
          <ac:spMkLst>
            <pc:docMk/>
            <pc:sldMk cId="2690522714" sldId="386"/>
            <ac:spMk id="3" creationId="{B1EF6650-80C3-5E41-A6FD-B01FE62DC7DB}"/>
          </ac:spMkLst>
        </pc:spChg>
      </pc:sldChg>
      <pc:sldChg chg="modNotesTx">
        <pc:chgData name="Mitchell Wand" userId="de9b44c55c049659" providerId="LiveId" clId="{AA6F09A9-4509-4C03-8175-3B4E3E5D3118}" dt="2023-09-20T20:45:27.697" v="1999" actId="20577"/>
        <pc:sldMkLst>
          <pc:docMk/>
          <pc:sldMk cId="4105083793" sldId="388"/>
        </pc:sldMkLst>
      </pc:sldChg>
      <pc:sldChg chg="modSp mod">
        <pc:chgData name="Mitchell Wand" userId="de9b44c55c049659" providerId="LiveId" clId="{AA6F09A9-4509-4C03-8175-3B4E3E5D3118}" dt="2023-09-21T18:27:26.716" v="7754" actId="20577"/>
        <pc:sldMkLst>
          <pc:docMk/>
          <pc:sldMk cId="4204086104" sldId="390"/>
        </pc:sldMkLst>
        <pc:spChg chg="mod">
          <ac:chgData name="Mitchell Wand" userId="de9b44c55c049659" providerId="LiveId" clId="{AA6F09A9-4509-4C03-8175-3B4E3E5D3118}" dt="2023-09-21T18:27:26.716" v="7754" actId="20577"/>
          <ac:spMkLst>
            <pc:docMk/>
            <pc:sldMk cId="4204086104" sldId="390"/>
            <ac:spMk id="3" creationId="{9EE6C494-0332-120A-DFE1-7116E672330A}"/>
          </ac:spMkLst>
        </pc:spChg>
      </pc:sldChg>
      <pc:sldChg chg="modNotesTx">
        <pc:chgData name="Mitchell Wand" userId="de9b44c55c049659" providerId="LiveId" clId="{AA6F09A9-4509-4C03-8175-3B4E3E5D3118}" dt="2023-09-20T20:49:33.189" v="2163" actId="20577"/>
        <pc:sldMkLst>
          <pc:docMk/>
          <pc:sldMk cId="3646889748" sldId="391"/>
        </pc:sldMkLst>
      </pc:sldChg>
      <pc:sldChg chg="modSp mod">
        <pc:chgData name="Mitchell Wand" userId="de9b44c55c049659" providerId="LiveId" clId="{AA6F09A9-4509-4C03-8175-3B4E3E5D3118}" dt="2023-09-20T20:51:31.471" v="2207" actId="6549"/>
        <pc:sldMkLst>
          <pc:docMk/>
          <pc:sldMk cId="3959368631" sldId="395"/>
        </pc:sldMkLst>
        <pc:spChg chg="mod">
          <ac:chgData name="Mitchell Wand" userId="de9b44c55c049659" providerId="LiveId" clId="{AA6F09A9-4509-4C03-8175-3B4E3E5D3118}" dt="2023-09-20T20:51:31.471" v="2207" actId="6549"/>
          <ac:spMkLst>
            <pc:docMk/>
            <pc:sldMk cId="3959368631" sldId="395"/>
            <ac:spMk id="3" creationId="{F529B464-F6C6-B704-498B-8EC43CBE7196}"/>
          </ac:spMkLst>
        </pc:spChg>
      </pc:sldChg>
      <pc:sldChg chg="addSp delSp modSp mod">
        <pc:chgData name="Mitchell Wand" userId="de9b44c55c049659" providerId="LiveId" clId="{AA6F09A9-4509-4C03-8175-3B4E3E5D3118}" dt="2023-09-11T16:43:28.299" v="29" actId="1076"/>
        <pc:sldMkLst>
          <pc:docMk/>
          <pc:sldMk cId="731707150" sldId="396"/>
        </pc:sldMkLst>
        <pc:spChg chg="add mod">
          <ac:chgData name="Mitchell Wand" userId="de9b44c55c049659" providerId="LiveId" clId="{AA6F09A9-4509-4C03-8175-3B4E3E5D3118}" dt="2023-09-11T16:40:17.437" v="7" actId="1076"/>
          <ac:spMkLst>
            <pc:docMk/>
            <pc:sldMk cId="731707150" sldId="396"/>
            <ac:spMk id="3" creationId="{06796FC9-41E2-8B27-8F0A-705D90F86D33}"/>
          </ac:spMkLst>
        </pc:spChg>
        <pc:spChg chg="add mod">
          <ac:chgData name="Mitchell Wand" userId="de9b44c55c049659" providerId="LiveId" clId="{AA6F09A9-4509-4C03-8175-3B4E3E5D3118}" dt="2023-09-11T16:40:30.661" v="8" actId="1076"/>
          <ac:spMkLst>
            <pc:docMk/>
            <pc:sldMk cId="731707150" sldId="396"/>
            <ac:spMk id="5" creationId="{95F545FD-208A-4FC2-6FFF-5AE2607216BB}"/>
          </ac:spMkLst>
        </pc:spChg>
        <pc:spChg chg="add del mod">
          <ac:chgData name="Mitchell Wand" userId="de9b44c55c049659" providerId="LiveId" clId="{AA6F09A9-4509-4C03-8175-3B4E3E5D3118}" dt="2023-09-11T16:40:47.697" v="10"/>
          <ac:spMkLst>
            <pc:docMk/>
            <pc:sldMk cId="731707150" sldId="396"/>
            <ac:spMk id="7" creationId="{2CABD1D6-37DE-2E82-5FC7-52179863906C}"/>
          </ac:spMkLst>
        </pc:spChg>
        <pc:spChg chg="add del">
          <ac:chgData name="Mitchell Wand" userId="de9b44c55c049659" providerId="LiveId" clId="{AA6F09A9-4509-4C03-8175-3B4E3E5D3118}" dt="2023-09-11T16:40:54.614" v="11"/>
          <ac:spMkLst>
            <pc:docMk/>
            <pc:sldMk cId="731707150" sldId="396"/>
            <ac:spMk id="8" creationId="{5F83A9A0-CF45-AE66-DB49-6857E7955857}"/>
          </ac:spMkLst>
        </pc:spChg>
        <pc:spChg chg="add del mod">
          <ac:chgData name="Mitchell Wand" userId="de9b44c55c049659" providerId="LiveId" clId="{AA6F09A9-4509-4C03-8175-3B4E3E5D3118}" dt="2023-09-11T16:41:22.675" v="15" actId="478"/>
          <ac:spMkLst>
            <pc:docMk/>
            <pc:sldMk cId="731707150" sldId="396"/>
            <ac:spMk id="10" creationId="{2E8E57AE-4CC5-CD05-BDDA-964D7B6057A6}"/>
          </ac:spMkLst>
        </pc:spChg>
        <pc:spChg chg="add del">
          <ac:chgData name="Mitchell Wand" userId="de9b44c55c049659" providerId="LiveId" clId="{AA6F09A9-4509-4C03-8175-3B4E3E5D3118}" dt="2023-09-11T16:41:44.664" v="17" actId="11529"/>
          <ac:spMkLst>
            <pc:docMk/>
            <pc:sldMk cId="731707150" sldId="396"/>
            <ac:spMk id="11" creationId="{E8D74E5A-2FB2-5942-4A13-24F32ADCB3E8}"/>
          </ac:spMkLst>
        </pc:spChg>
        <pc:spChg chg="add del">
          <ac:chgData name="Mitchell Wand" userId="de9b44c55c049659" providerId="LiveId" clId="{AA6F09A9-4509-4C03-8175-3B4E3E5D3118}" dt="2023-09-11T16:42:10.984" v="19" actId="478"/>
          <ac:spMkLst>
            <pc:docMk/>
            <pc:sldMk cId="731707150" sldId="396"/>
            <ac:spMk id="12" creationId="{5597DAAE-7C7D-D322-7017-CD613578153E}"/>
          </ac:spMkLst>
        </pc:spChg>
        <pc:spChg chg="add del mod">
          <ac:chgData name="Mitchell Wand" userId="de9b44c55c049659" providerId="LiveId" clId="{AA6F09A9-4509-4C03-8175-3B4E3E5D3118}" dt="2023-09-11T16:42:28.901" v="22" actId="478"/>
          <ac:spMkLst>
            <pc:docMk/>
            <pc:sldMk cId="731707150" sldId="396"/>
            <ac:spMk id="13" creationId="{D5073877-9D16-6284-0809-57EA4E7D11D2}"/>
          </ac:spMkLst>
        </pc:spChg>
        <pc:spChg chg="add mod">
          <ac:chgData name="Mitchell Wand" userId="de9b44c55c049659" providerId="LiveId" clId="{AA6F09A9-4509-4C03-8175-3B4E3E5D3118}" dt="2023-09-11T16:43:28.299" v="29" actId="1076"/>
          <ac:spMkLst>
            <pc:docMk/>
            <pc:sldMk cId="731707150" sldId="396"/>
            <ac:spMk id="14" creationId="{E75FB9BF-EB4E-A240-BB72-3CE06C9A517B}"/>
          </ac:spMkLst>
        </pc:spChg>
      </pc:sldChg>
      <pc:sldChg chg="modNotesTx">
        <pc:chgData name="Mitchell Wand" userId="de9b44c55c049659" providerId="LiveId" clId="{AA6F09A9-4509-4C03-8175-3B4E3E5D3118}" dt="2023-09-11T16:49:04.550" v="447" actId="20577"/>
        <pc:sldMkLst>
          <pc:docMk/>
          <pc:sldMk cId="424888832" sldId="403"/>
        </pc:sldMkLst>
      </pc:sldChg>
      <pc:sldChg chg="modSp new del mod">
        <pc:chgData name="Mitchell Wand" userId="de9b44c55c049659" providerId="LiveId" clId="{AA6F09A9-4509-4C03-8175-3B4E3E5D3118}" dt="2023-09-11T16:55:05.981" v="619" actId="47"/>
        <pc:sldMkLst>
          <pc:docMk/>
          <pc:sldMk cId="3663549650" sldId="404"/>
        </pc:sldMkLst>
        <pc:spChg chg="mod">
          <ac:chgData name="Mitchell Wand" userId="de9b44c55c049659" providerId="LiveId" clId="{AA6F09A9-4509-4C03-8175-3B4E3E5D3118}" dt="2023-09-11T16:54:47.256" v="618" actId="20577"/>
          <ac:spMkLst>
            <pc:docMk/>
            <pc:sldMk cId="3663549650" sldId="404"/>
            <ac:spMk id="2" creationId="{B7690F65-F4CB-B31D-FB06-E40B4AF4E848}"/>
          </ac:spMkLst>
        </pc:spChg>
      </pc:sldChg>
      <pc:sldChg chg="modSp add mod">
        <pc:chgData name="Mitchell Wand" userId="de9b44c55c049659" providerId="LiveId" clId="{AA6F09A9-4509-4C03-8175-3B4E3E5D3118}" dt="2023-09-11T17:30:33.461" v="720" actId="20577"/>
        <pc:sldMkLst>
          <pc:docMk/>
          <pc:sldMk cId="3856103181" sldId="404"/>
        </pc:sldMkLst>
        <pc:spChg chg="mod">
          <ac:chgData name="Mitchell Wand" userId="de9b44c55c049659" providerId="LiveId" clId="{AA6F09A9-4509-4C03-8175-3B4E3E5D3118}" dt="2023-09-11T17:30:33.461" v="720" actId="20577"/>
          <ac:spMkLst>
            <pc:docMk/>
            <pc:sldMk cId="3856103181" sldId="404"/>
            <ac:spMk id="116" creationId="{00000000-0000-0000-0000-000000000000}"/>
          </ac:spMkLst>
        </pc:spChg>
      </pc:sldChg>
      <pc:sldChg chg="modSp new mod">
        <pc:chgData name="Mitchell Wand" userId="de9b44c55c049659" providerId="LiveId" clId="{AA6F09A9-4509-4C03-8175-3B4E3E5D3118}" dt="2023-09-11T17:32:53.964" v="986" actId="20577"/>
        <pc:sldMkLst>
          <pc:docMk/>
          <pc:sldMk cId="2060496032" sldId="405"/>
        </pc:sldMkLst>
        <pc:spChg chg="mod">
          <ac:chgData name="Mitchell Wand" userId="de9b44c55c049659" providerId="LiveId" clId="{AA6F09A9-4509-4C03-8175-3B4E3E5D3118}" dt="2023-09-11T17:31:06.477" v="764" actId="20577"/>
          <ac:spMkLst>
            <pc:docMk/>
            <pc:sldMk cId="2060496032" sldId="405"/>
            <ac:spMk id="2" creationId="{8EA99FEA-F35B-F655-755E-5B1D317B9584}"/>
          </ac:spMkLst>
        </pc:spChg>
        <pc:spChg chg="mod">
          <ac:chgData name="Mitchell Wand" userId="de9b44c55c049659" providerId="LiveId" clId="{AA6F09A9-4509-4C03-8175-3B4E3E5D3118}" dt="2023-09-11T17:32:53.964" v="986" actId="20577"/>
          <ac:spMkLst>
            <pc:docMk/>
            <pc:sldMk cId="2060496032" sldId="405"/>
            <ac:spMk id="3" creationId="{9BEC0C84-159D-289A-AB37-71EDCED09F3D}"/>
          </ac:spMkLst>
        </pc:spChg>
      </pc:sldChg>
      <pc:sldChg chg="addSp delSp modSp new mod modNotesTx">
        <pc:chgData name="Mitchell Wand" userId="de9b44c55c049659" providerId="LiveId" clId="{AA6F09A9-4509-4C03-8175-3B4E3E5D3118}" dt="2023-09-21T02:00:54.371" v="2236" actId="1076"/>
        <pc:sldMkLst>
          <pc:docMk/>
          <pc:sldMk cId="1781994050" sldId="406"/>
        </pc:sldMkLst>
        <pc:spChg chg="mod">
          <ac:chgData name="Mitchell Wand" userId="de9b44c55c049659" providerId="LiveId" clId="{AA6F09A9-4509-4C03-8175-3B4E3E5D3118}" dt="2023-09-11T17:49:42.810" v="1172" actId="20577"/>
          <ac:spMkLst>
            <pc:docMk/>
            <pc:sldMk cId="1781994050" sldId="406"/>
            <ac:spMk id="2" creationId="{784A4F4F-C4AE-D1C0-3F12-9DB3018AC09E}"/>
          </ac:spMkLst>
        </pc:spChg>
        <pc:spChg chg="add mod">
          <ac:chgData name="Mitchell Wand" userId="de9b44c55c049659" providerId="LiveId" clId="{AA6F09A9-4509-4C03-8175-3B4E3E5D3118}" dt="2023-09-21T02:00:54.371" v="2236" actId="1076"/>
          <ac:spMkLst>
            <pc:docMk/>
            <pc:sldMk cId="1781994050" sldId="406"/>
            <ac:spMk id="3" creationId="{2DDB6885-DAB4-D298-0AF0-0C1AEC48EB9E}"/>
          </ac:spMkLst>
        </pc:spChg>
        <pc:spChg chg="del">
          <ac:chgData name="Mitchell Wand" userId="de9b44c55c049659" providerId="LiveId" clId="{AA6F09A9-4509-4C03-8175-3B4E3E5D3118}" dt="2023-09-11T17:54:43.207" v="1275" actId="478"/>
          <ac:spMkLst>
            <pc:docMk/>
            <pc:sldMk cId="1781994050" sldId="406"/>
            <ac:spMk id="3" creationId="{63E3147A-5355-353F-23FE-C4290FFF3505}"/>
          </ac:spMkLst>
        </pc:spChg>
        <pc:spChg chg="add mod">
          <ac:chgData name="Mitchell Wand" userId="de9b44c55c049659" providerId="LiveId" clId="{AA6F09A9-4509-4C03-8175-3B4E3E5D3118}" dt="2023-09-11T17:58:24.054" v="1348" actId="14100"/>
          <ac:spMkLst>
            <pc:docMk/>
            <pc:sldMk cId="1781994050" sldId="406"/>
            <ac:spMk id="5" creationId="{5C2E1ABB-109B-58EC-C176-0B5CEAA50C8D}"/>
          </ac:spMkLst>
        </pc:spChg>
        <pc:spChg chg="add mod">
          <ac:chgData name="Mitchell Wand" userId="de9b44c55c049659" providerId="LiveId" clId="{AA6F09A9-4509-4C03-8175-3B4E3E5D3118}" dt="2023-09-11T17:56:53.105" v="1347" actId="20577"/>
          <ac:spMkLst>
            <pc:docMk/>
            <pc:sldMk cId="1781994050" sldId="406"/>
            <ac:spMk id="6" creationId="{DA2921BC-D96C-CE4E-A24A-793135B0040D}"/>
          </ac:spMkLst>
        </pc:spChg>
      </pc:sldChg>
      <pc:sldChg chg="addSp delSp modSp new mod setBg">
        <pc:chgData name="Mitchell Wand" userId="de9b44c55c049659" providerId="LiveId" clId="{AA6F09A9-4509-4C03-8175-3B4E3E5D3118}" dt="2023-09-21T14:01:58.150" v="4356" actId="20577"/>
        <pc:sldMkLst>
          <pc:docMk/>
          <pc:sldMk cId="1196190023" sldId="407"/>
        </pc:sldMkLst>
        <pc:spChg chg="mod">
          <ac:chgData name="Mitchell Wand" userId="de9b44c55c049659" providerId="LiveId" clId="{AA6F09A9-4509-4C03-8175-3B4E3E5D3118}" dt="2023-09-11T17:59:14.138" v="1425" actId="20577"/>
          <ac:spMkLst>
            <pc:docMk/>
            <pc:sldMk cId="1196190023" sldId="407"/>
            <ac:spMk id="2" creationId="{FEAD4D9C-A7BF-0EE3-CB9A-DEF1A0305AD6}"/>
          </ac:spMkLst>
        </pc:spChg>
        <pc:spChg chg="add del">
          <ac:chgData name="Mitchell Wand" userId="de9b44c55c049659" providerId="LiveId" clId="{AA6F09A9-4509-4C03-8175-3B4E3E5D3118}" dt="2023-09-11T17:59:48.622" v="1430"/>
          <ac:spMkLst>
            <pc:docMk/>
            <pc:sldMk cId="1196190023" sldId="407"/>
            <ac:spMk id="3" creationId="{6FB143F0-A835-4F4A-DA9E-EC92C3B1C420}"/>
          </ac:spMkLst>
        </pc:spChg>
        <pc:spChg chg="add del mod">
          <ac:chgData name="Mitchell Wand" userId="de9b44c55c049659" providerId="LiveId" clId="{AA6F09A9-4509-4C03-8175-3B4E3E5D3118}" dt="2023-09-11T17:59:48.553" v="1429"/>
          <ac:spMkLst>
            <pc:docMk/>
            <pc:sldMk cId="1196190023" sldId="407"/>
            <ac:spMk id="4" creationId="{08E72FD5-31D5-1D07-EA36-12CB0C3ED17A}"/>
          </ac:spMkLst>
        </pc:spChg>
        <pc:spChg chg="add del mod">
          <ac:chgData name="Mitchell Wand" userId="de9b44c55c049659" providerId="LiveId" clId="{AA6F09A9-4509-4C03-8175-3B4E3E5D3118}" dt="2023-09-11T18:00:04.465" v="1431" actId="478"/>
          <ac:spMkLst>
            <pc:docMk/>
            <pc:sldMk cId="1196190023" sldId="407"/>
            <ac:spMk id="5" creationId="{88A23F59-F22D-D03C-666C-517CE236C516}"/>
          </ac:spMkLst>
        </pc:spChg>
        <pc:spChg chg="add mod">
          <ac:chgData name="Mitchell Wand" userId="de9b44c55c049659" providerId="LiveId" clId="{AA6F09A9-4509-4C03-8175-3B4E3E5D3118}" dt="2023-09-21T14:01:58.150" v="4356" actId="20577"/>
          <ac:spMkLst>
            <pc:docMk/>
            <pc:sldMk cId="1196190023" sldId="407"/>
            <ac:spMk id="6" creationId="{FEFAB01C-5146-38B1-3635-6A71AE324554}"/>
          </ac:spMkLst>
        </pc:spChg>
      </pc:sldChg>
      <pc:sldChg chg="addSp delSp modSp new mod modNotesTx">
        <pc:chgData name="Mitchell Wand" userId="de9b44c55c049659" providerId="LiveId" clId="{AA6F09A9-4509-4C03-8175-3B4E3E5D3118}" dt="2023-09-21T13:47:49.588" v="3996" actId="1076"/>
        <pc:sldMkLst>
          <pc:docMk/>
          <pc:sldMk cId="1143622218" sldId="408"/>
        </pc:sldMkLst>
        <pc:spChg chg="mod">
          <ac:chgData name="Mitchell Wand" userId="de9b44c55c049659" providerId="LiveId" clId="{AA6F09A9-4509-4C03-8175-3B4E3E5D3118}" dt="2023-09-21T02:02:59.559" v="2438" actId="20577"/>
          <ac:spMkLst>
            <pc:docMk/>
            <pc:sldMk cId="1143622218" sldId="408"/>
            <ac:spMk id="2" creationId="{5C65FDBC-B21A-18B1-886D-9F8EDA80D502}"/>
          </ac:spMkLst>
        </pc:spChg>
        <pc:spChg chg="del">
          <ac:chgData name="Mitchell Wand" userId="de9b44c55c049659" providerId="LiveId" clId="{AA6F09A9-4509-4C03-8175-3B4E3E5D3118}" dt="2023-09-21T02:03:03.818" v="2439" actId="478"/>
          <ac:spMkLst>
            <pc:docMk/>
            <pc:sldMk cId="1143622218" sldId="408"/>
            <ac:spMk id="3" creationId="{DD1C48C7-2BEA-7F61-65EC-725233C826D5}"/>
          </ac:spMkLst>
        </pc:spChg>
        <pc:spChg chg="add mod">
          <ac:chgData name="Mitchell Wand" userId="de9b44c55c049659" providerId="LiveId" clId="{AA6F09A9-4509-4C03-8175-3B4E3E5D3118}" dt="2023-09-21T13:47:38.691" v="3995"/>
          <ac:spMkLst>
            <pc:docMk/>
            <pc:sldMk cId="1143622218" sldId="408"/>
            <ac:spMk id="5" creationId="{6E5519AE-D929-CABE-11EC-4B416E8E4B0B}"/>
          </ac:spMkLst>
        </pc:spChg>
        <pc:spChg chg="add mod">
          <ac:chgData name="Mitchell Wand" userId="de9b44c55c049659" providerId="LiveId" clId="{AA6F09A9-4509-4C03-8175-3B4E3E5D3118}" dt="2023-09-21T13:47:49.588" v="3996" actId="1076"/>
          <ac:spMkLst>
            <pc:docMk/>
            <pc:sldMk cId="1143622218" sldId="408"/>
            <ac:spMk id="6" creationId="{ABA83B7E-DB88-E05B-D1C2-649804410B6F}"/>
          </ac:spMkLst>
        </pc:spChg>
      </pc:sldChg>
      <pc:sldChg chg="addSp delSp modSp new mod modNotesTx">
        <pc:chgData name="Mitchell Wand" userId="de9b44c55c049659" providerId="LiveId" clId="{AA6F09A9-4509-4C03-8175-3B4E3E5D3118}" dt="2023-09-21T02:39:30.479" v="3322" actId="1076"/>
        <pc:sldMkLst>
          <pc:docMk/>
          <pc:sldMk cId="1300815534" sldId="409"/>
        </pc:sldMkLst>
        <pc:spChg chg="mod">
          <ac:chgData name="Mitchell Wand" userId="de9b44c55c049659" providerId="LiveId" clId="{AA6F09A9-4509-4C03-8175-3B4E3E5D3118}" dt="2023-09-21T02:16:42.131" v="2612" actId="20577"/>
          <ac:spMkLst>
            <pc:docMk/>
            <pc:sldMk cId="1300815534" sldId="409"/>
            <ac:spMk id="2" creationId="{EC7AAF55-F173-6723-9BF6-CDDFE70A2646}"/>
          </ac:spMkLst>
        </pc:spChg>
        <pc:spChg chg="add del">
          <ac:chgData name="Mitchell Wand" userId="de9b44c55c049659" providerId="LiveId" clId="{AA6F09A9-4509-4C03-8175-3B4E3E5D3118}" dt="2023-09-21T02:19:51.416" v="2615" actId="478"/>
          <ac:spMkLst>
            <pc:docMk/>
            <pc:sldMk cId="1300815534" sldId="409"/>
            <ac:spMk id="3" creationId="{1180ED51-130D-3574-D130-CCAD78DE5699}"/>
          </ac:spMkLst>
        </pc:spChg>
        <pc:spChg chg="add mod">
          <ac:chgData name="Mitchell Wand" userId="de9b44c55c049659" providerId="LiveId" clId="{AA6F09A9-4509-4C03-8175-3B4E3E5D3118}" dt="2023-09-21T02:24:46.276" v="2683" actId="20577"/>
          <ac:spMkLst>
            <pc:docMk/>
            <pc:sldMk cId="1300815534" sldId="409"/>
            <ac:spMk id="5" creationId="{EA395971-F8EE-0339-3040-E89AF057C67A}"/>
          </ac:spMkLst>
        </pc:spChg>
        <pc:spChg chg="add mod">
          <ac:chgData name="Mitchell Wand" userId="de9b44c55c049659" providerId="LiveId" clId="{AA6F09A9-4509-4C03-8175-3B4E3E5D3118}" dt="2023-09-21T02:25:06.040" v="2684" actId="1076"/>
          <ac:spMkLst>
            <pc:docMk/>
            <pc:sldMk cId="1300815534" sldId="409"/>
            <ac:spMk id="7" creationId="{B0A0C0BF-058C-D771-52AC-A747548DEE36}"/>
          </ac:spMkLst>
        </pc:spChg>
        <pc:spChg chg="add mod">
          <ac:chgData name="Mitchell Wand" userId="de9b44c55c049659" providerId="LiveId" clId="{AA6F09A9-4509-4C03-8175-3B4E3E5D3118}" dt="2023-09-21T02:39:30.479" v="3322" actId="1076"/>
          <ac:spMkLst>
            <pc:docMk/>
            <pc:sldMk cId="1300815534" sldId="409"/>
            <ac:spMk id="8" creationId="{22329E01-A0DE-C09A-2300-18E4D14553AF}"/>
          </ac:spMkLst>
        </pc:spChg>
      </pc:sldChg>
      <pc:sldChg chg="addSp delSp modSp new mod modClrScheme chgLayout modNotesTx">
        <pc:chgData name="Mitchell Wand" userId="de9b44c55c049659" providerId="LiveId" clId="{AA6F09A9-4509-4C03-8175-3B4E3E5D3118}" dt="2023-09-21T02:52:45.658" v="3752" actId="14100"/>
        <pc:sldMkLst>
          <pc:docMk/>
          <pc:sldMk cId="2875260270" sldId="410"/>
        </pc:sldMkLst>
        <pc:spChg chg="del mod ord">
          <ac:chgData name="Mitchell Wand" userId="de9b44c55c049659" providerId="LiveId" clId="{AA6F09A9-4509-4C03-8175-3B4E3E5D3118}" dt="2023-09-21T02:30:10.302" v="3147" actId="700"/>
          <ac:spMkLst>
            <pc:docMk/>
            <pc:sldMk cId="2875260270" sldId="410"/>
            <ac:spMk id="2" creationId="{B49F2658-E2CD-731B-BB10-50982BD07F1B}"/>
          </ac:spMkLst>
        </pc:spChg>
        <pc:spChg chg="del">
          <ac:chgData name="Mitchell Wand" userId="de9b44c55c049659" providerId="LiveId" clId="{AA6F09A9-4509-4C03-8175-3B4E3E5D3118}" dt="2023-09-21T02:30:10.302" v="3147" actId="700"/>
          <ac:spMkLst>
            <pc:docMk/>
            <pc:sldMk cId="2875260270" sldId="410"/>
            <ac:spMk id="3" creationId="{03FA0854-D636-6C9A-23F7-5C1D2A8EB8BC}"/>
          </ac:spMkLst>
        </pc:spChg>
        <pc:spChg chg="add mod ord">
          <ac:chgData name="Mitchell Wand" userId="de9b44c55c049659" providerId="LiveId" clId="{AA6F09A9-4509-4C03-8175-3B4E3E5D3118}" dt="2023-09-21T02:38:23.316" v="3287" actId="20577"/>
          <ac:spMkLst>
            <pc:docMk/>
            <pc:sldMk cId="2875260270" sldId="410"/>
            <ac:spMk id="4" creationId="{82A9C48E-EA24-D8A7-AE1A-2AD428607895}"/>
          </ac:spMkLst>
        </pc:spChg>
        <pc:spChg chg="add mod">
          <ac:chgData name="Mitchell Wand" userId="de9b44c55c049659" providerId="LiveId" clId="{AA6F09A9-4509-4C03-8175-3B4E3E5D3118}" dt="2023-09-21T02:52:45.658" v="3752" actId="14100"/>
          <ac:spMkLst>
            <pc:docMk/>
            <pc:sldMk cId="2875260270" sldId="410"/>
            <ac:spMk id="6" creationId="{F3DCAD49-9D9A-18B5-F6AD-A0EE164A9E39}"/>
          </ac:spMkLst>
        </pc:spChg>
        <pc:spChg chg="add mod">
          <ac:chgData name="Mitchell Wand" userId="de9b44c55c049659" providerId="LiveId" clId="{AA6F09A9-4509-4C03-8175-3B4E3E5D3118}" dt="2023-09-21T02:39:44.958" v="3324" actId="1076"/>
          <ac:spMkLst>
            <pc:docMk/>
            <pc:sldMk cId="2875260270" sldId="410"/>
            <ac:spMk id="7" creationId="{5EE925B8-2FA7-1F24-33B0-832E9A2469C0}"/>
          </ac:spMkLst>
        </pc:spChg>
      </pc:sldChg>
      <pc:sldChg chg="addSp modSp new mod modNotesTx">
        <pc:chgData name="Mitchell Wand" userId="de9b44c55c049659" providerId="LiveId" clId="{AA6F09A9-4509-4C03-8175-3B4E3E5D3118}" dt="2023-09-21T13:50:44.334" v="4080" actId="20577"/>
        <pc:sldMkLst>
          <pc:docMk/>
          <pc:sldMk cId="4001364585" sldId="411"/>
        </pc:sldMkLst>
        <pc:spChg chg="mod">
          <ac:chgData name="Mitchell Wand" userId="de9b44c55c049659" providerId="LiveId" clId="{AA6F09A9-4509-4C03-8175-3B4E3E5D3118}" dt="2023-09-21T02:50:26.257" v="3662" actId="20577"/>
          <ac:spMkLst>
            <pc:docMk/>
            <pc:sldMk cId="4001364585" sldId="411"/>
            <ac:spMk id="2" creationId="{980B93A1-BAA8-87B3-C146-E2C587D923B6}"/>
          </ac:spMkLst>
        </pc:spChg>
        <pc:spChg chg="add mod">
          <ac:chgData name="Mitchell Wand" userId="de9b44c55c049659" providerId="LiveId" clId="{AA6F09A9-4509-4C03-8175-3B4E3E5D3118}" dt="2023-09-21T02:47:49.278" v="3433" actId="20577"/>
          <ac:spMkLst>
            <pc:docMk/>
            <pc:sldMk cId="4001364585" sldId="411"/>
            <ac:spMk id="4" creationId="{83A55EF2-F2B7-1389-5577-9CDCB4BF29DF}"/>
          </ac:spMkLst>
        </pc:spChg>
        <pc:spChg chg="add mod">
          <ac:chgData name="Mitchell Wand" userId="de9b44c55c049659" providerId="LiveId" clId="{AA6F09A9-4509-4C03-8175-3B4E3E5D3118}" dt="2023-09-21T03:05:58.739" v="3993" actId="20577"/>
          <ac:spMkLst>
            <pc:docMk/>
            <pc:sldMk cId="4001364585" sldId="411"/>
            <ac:spMk id="6" creationId="{2C8660CF-5BE8-2DA4-7A63-693429493700}"/>
          </ac:spMkLst>
        </pc:spChg>
        <pc:spChg chg="add mod">
          <ac:chgData name="Mitchell Wand" userId="de9b44c55c049659" providerId="LiveId" clId="{AA6F09A9-4509-4C03-8175-3B4E3E5D3118}" dt="2023-09-21T13:49:54.214" v="4026" actId="1076"/>
          <ac:spMkLst>
            <pc:docMk/>
            <pc:sldMk cId="4001364585" sldId="411"/>
            <ac:spMk id="7" creationId="{8234364F-F25A-85D3-A992-57451A0E55F7}"/>
          </ac:spMkLst>
        </pc:spChg>
      </pc:sldChg>
      <pc:sldChg chg="addSp delSp modSp new del mod modClrScheme chgLayout">
        <pc:chgData name="Mitchell Wand" userId="de9b44c55c049659" providerId="LiveId" clId="{AA6F09A9-4509-4C03-8175-3B4E3E5D3118}" dt="2023-09-21T14:05:07.200" v="4724" actId="2696"/>
        <pc:sldMkLst>
          <pc:docMk/>
          <pc:sldMk cId="3823914199" sldId="412"/>
        </pc:sldMkLst>
        <pc:spChg chg="mod ord">
          <ac:chgData name="Mitchell Wand" userId="de9b44c55c049659" providerId="LiveId" clId="{AA6F09A9-4509-4C03-8175-3B4E3E5D3118}" dt="2023-09-21T13:56:00.111" v="4234" actId="700"/>
          <ac:spMkLst>
            <pc:docMk/>
            <pc:sldMk cId="3823914199" sldId="412"/>
            <ac:spMk id="2" creationId="{D66F310C-B3AE-4D65-C3CB-99EF7DE5B832}"/>
          </ac:spMkLst>
        </pc:spChg>
        <pc:spChg chg="add del">
          <ac:chgData name="Mitchell Wand" userId="de9b44c55c049659" providerId="LiveId" clId="{AA6F09A9-4509-4C03-8175-3B4E3E5D3118}" dt="2023-09-21T13:53:47.855" v="4145" actId="22"/>
          <ac:spMkLst>
            <pc:docMk/>
            <pc:sldMk cId="3823914199" sldId="412"/>
            <ac:spMk id="4" creationId="{ADDB1E2B-BE43-BF76-97E3-F3E31AE54FB0}"/>
          </ac:spMkLst>
        </pc:spChg>
        <pc:spChg chg="add mod ord">
          <ac:chgData name="Mitchell Wand" userId="de9b44c55c049659" providerId="LiveId" clId="{AA6F09A9-4509-4C03-8175-3B4E3E5D3118}" dt="2023-09-21T14:05:02.369" v="4723" actId="20577"/>
          <ac:spMkLst>
            <pc:docMk/>
            <pc:sldMk cId="3823914199" sldId="412"/>
            <ac:spMk id="5" creationId="{CE2E8427-C367-1C76-46B0-F02C2BCA80D6}"/>
          </ac:spMkLst>
        </pc:spChg>
      </pc:sldChg>
      <pc:sldChg chg="modSp add del mod">
        <pc:chgData name="Mitchell Wand" userId="de9b44c55c049659" providerId="LiveId" clId="{AA6F09A9-4509-4C03-8175-3B4E3E5D3118}" dt="2023-09-21T14:05:15.108" v="4725" actId="2696"/>
        <pc:sldMkLst>
          <pc:docMk/>
          <pc:sldMk cId="0" sldId="413"/>
        </pc:sldMkLst>
        <pc:spChg chg="mod">
          <ac:chgData name="Mitchell Wand" userId="de9b44c55c049659" providerId="LiveId" clId="{AA6F09A9-4509-4C03-8175-3B4E3E5D3118}" dt="2023-09-21T14:01:05.590" v="4341" actId="20577"/>
          <ac:spMkLst>
            <pc:docMk/>
            <pc:sldMk cId="0" sldId="413"/>
            <ac:spMk id="207" creationId="{00000000-0000-0000-0000-000000000000}"/>
          </ac:spMkLst>
        </pc:spChg>
      </pc:sldChg>
      <pc:sldChg chg="modSp add mod setBg">
        <pc:chgData name="Mitchell Wand" userId="de9b44c55c049659" providerId="LiveId" clId="{AA6F09A9-4509-4C03-8175-3B4E3E5D3118}" dt="2023-09-21T14:04:36.825" v="4666" actId="20577"/>
        <pc:sldMkLst>
          <pc:docMk/>
          <pc:sldMk cId="1613929314" sldId="414"/>
        </pc:sldMkLst>
        <pc:spChg chg="mod">
          <ac:chgData name="Mitchell Wand" userId="de9b44c55c049659" providerId="LiveId" clId="{AA6F09A9-4509-4C03-8175-3B4E3E5D3118}" dt="2023-09-21T14:02:51.601" v="4429" actId="20577"/>
          <ac:spMkLst>
            <pc:docMk/>
            <pc:sldMk cId="1613929314" sldId="414"/>
            <ac:spMk id="2" creationId="{FEAD4D9C-A7BF-0EE3-CB9A-DEF1A0305AD6}"/>
          </ac:spMkLst>
        </pc:spChg>
        <pc:spChg chg="mod">
          <ac:chgData name="Mitchell Wand" userId="de9b44c55c049659" providerId="LiveId" clId="{AA6F09A9-4509-4C03-8175-3B4E3E5D3118}" dt="2023-09-21T14:04:36.825" v="4666" actId="20577"/>
          <ac:spMkLst>
            <pc:docMk/>
            <pc:sldMk cId="1613929314" sldId="414"/>
            <ac:spMk id="6" creationId="{FEFAB01C-5146-38B1-3635-6A71AE324554}"/>
          </ac:spMkLst>
        </pc:spChg>
      </pc:sldChg>
      <pc:sldChg chg="addSp delSp modSp new del mod modClrScheme chgLayout">
        <pc:chgData name="Mitchell Wand" userId="de9b44c55c049659" providerId="LiveId" clId="{AA6F09A9-4509-4C03-8175-3B4E3E5D3118}" dt="2023-09-21T15:23:54.135" v="5413" actId="2696"/>
        <pc:sldMkLst>
          <pc:docMk/>
          <pc:sldMk cId="2414290703" sldId="415"/>
        </pc:sldMkLst>
        <pc:spChg chg="del mod ord">
          <ac:chgData name="Mitchell Wand" userId="de9b44c55c049659" providerId="LiveId" clId="{AA6F09A9-4509-4C03-8175-3B4E3E5D3118}" dt="2023-09-21T14:29:52.213" v="4768" actId="478"/>
          <ac:spMkLst>
            <pc:docMk/>
            <pc:sldMk cId="2414290703" sldId="415"/>
            <ac:spMk id="2" creationId="{01F10539-5F9E-B3FA-F1C9-44F101499431}"/>
          </ac:spMkLst>
        </pc:spChg>
        <pc:spChg chg="add mod">
          <ac:chgData name="Mitchell Wand" userId="de9b44c55c049659" providerId="LiveId" clId="{AA6F09A9-4509-4C03-8175-3B4E3E5D3118}" dt="2023-09-21T15:23:13.791" v="5407" actId="20577"/>
          <ac:spMkLst>
            <pc:docMk/>
            <pc:sldMk cId="2414290703" sldId="415"/>
            <ac:spMk id="4" creationId="{6B8A0349-BE04-1EC6-1E83-6AB31B0B48EB}"/>
          </ac:spMkLst>
        </pc:spChg>
        <pc:spChg chg="add mod">
          <ac:chgData name="Mitchell Wand" userId="de9b44c55c049659" providerId="LiveId" clId="{AA6F09A9-4509-4C03-8175-3B4E3E5D3118}" dt="2023-09-21T15:23:18.074" v="5409" actId="20577"/>
          <ac:spMkLst>
            <pc:docMk/>
            <pc:sldMk cId="2414290703" sldId="415"/>
            <ac:spMk id="6" creationId="{528FB891-CB5E-A44D-E27A-5A3A2873D73F}"/>
          </ac:spMkLst>
        </pc:spChg>
        <pc:spChg chg="add mod">
          <ac:chgData name="Mitchell Wand" userId="de9b44c55c049659" providerId="LiveId" clId="{AA6F09A9-4509-4C03-8175-3B4E3E5D3118}" dt="2023-09-21T15:22:53.038" v="5399" actId="1076"/>
          <ac:spMkLst>
            <pc:docMk/>
            <pc:sldMk cId="2414290703" sldId="415"/>
            <ac:spMk id="7" creationId="{F00486C7-AE31-DE8C-8475-4A9D5ED71668}"/>
          </ac:spMkLst>
        </pc:spChg>
        <pc:spChg chg="add mod">
          <ac:chgData name="Mitchell Wand" userId="de9b44c55c049659" providerId="LiveId" clId="{AA6F09A9-4509-4C03-8175-3B4E3E5D3118}" dt="2023-09-21T15:23:31.711" v="5410"/>
          <ac:spMkLst>
            <pc:docMk/>
            <pc:sldMk cId="2414290703" sldId="415"/>
            <ac:spMk id="8" creationId="{0829D660-3B68-E5E9-0E8E-B4DF27BA72DA}"/>
          </ac:spMkLst>
        </pc:spChg>
      </pc:sldChg>
      <pc:sldChg chg="addSp modSp new mod">
        <pc:chgData name="Mitchell Wand" userId="de9b44c55c049659" providerId="LiveId" clId="{AA6F09A9-4509-4C03-8175-3B4E3E5D3118}" dt="2023-09-21T15:23:50.490" v="5412" actId="1076"/>
        <pc:sldMkLst>
          <pc:docMk/>
          <pc:sldMk cId="3178519261" sldId="416"/>
        </pc:sldMkLst>
        <pc:spChg chg="mod">
          <ac:chgData name="Mitchell Wand" userId="de9b44c55c049659" providerId="LiveId" clId="{AA6F09A9-4509-4C03-8175-3B4E3E5D3118}" dt="2023-09-21T14:36:08.577" v="4848" actId="20577"/>
          <ac:spMkLst>
            <pc:docMk/>
            <pc:sldMk cId="3178519261" sldId="416"/>
            <ac:spMk id="2" creationId="{7A3628C9-128B-8777-8909-628DA1BB15EB}"/>
          </ac:spMkLst>
        </pc:spChg>
        <pc:spChg chg="add mod">
          <ac:chgData name="Mitchell Wand" userId="de9b44c55c049659" providerId="LiveId" clId="{AA6F09A9-4509-4C03-8175-3B4E3E5D3118}" dt="2023-09-21T14:36:02.480" v="4843" actId="6549"/>
          <ac:spMkLst>
            <pc:docMk/>
            <pc:sldMk cId="3178519261" sldId="416"/>
            <ac:spMk id="4" creationId="{4F5905F0-2826-A3FF-DC70-C4B40BB4164E}"/>
          </ac:spMkLst>
        </pc:spChg>
        <pc:spChg chg="add mod">
          <ac:chgData name="Mitchell Wand" userId="de9b44c55c049659" providerId="LiveId" clId="{AA6F09A9-4509-4C03-8175-3B4E3E5D3118}" dt="2023-09-21T15:23:50.490" v="5412" actId="1076"/>
          <ac:spMkLst>
            <pc:docMk/>
            <pc:sldMk cId="3178519261" sldId="416"/>
            <ac:spMk id="5" creationId="{648A590C-EAEA-35A2-9F4C-15A8DD29B6BE}"/>
          </ac:spMkLst>
        </pc:spChg>
      </pc:sldChg>
      <pc:sldChg chg="addSp modSp new mod modNotesTx">
        <pc:chgData name="Mitchell Wand" userId="de9b44c55c049659" providerId="LiveId" clId="{AA6F09A9-4509-4C03-8175-3B4E3E5D3118}" dt="2023-09-21T15:24:18.639" v="5420" actId="20577"/>
        <pc:sldMkLst>
          <pc:docMk/>
          <pc:sldMk cId="997493205" sldId="417"/>
        </pc:sldMkLst>
        <pc:spChg chg="mod">
          <ac:chgData name="Mitchell Wand" userId="de9b44c55c049659" providerId="LiveId" clId="{AA6F09A9-4509-4C03-8175-3B4E3E5D3118}" dt="2023-09-21T14:36:24.195" v="4869" actId="20577"/>
          <ac:spMkLst>
            <pc:docMk/>
            <pc:sldMk cId="997493205" sldId="417"/>
            <ac:spMk id="2" creationId="{E7460D20-BE41-A0DB-CCC9-EE3B2B1DA2FB}"/>
          </ac:spMkLst>
        </pc:spChg>
        <pc:spChg chg="add mod">
          <ac:chgData name="Mitchell Wand" userId="de9b44c55c049659" providerId="LiveId" clId="{AA6F09A9-4509-4C03-8175-3B4E3E5D3118}" dt="2023-09-21T15:24:18.639" v="5420" actId="20577"/>
          <ac:spMkLst>
            <pc:docMk/>
            <pc:sldMk cId="997493205" sldId="417"/>
            <ac:spMk id="4" creationId="{3FFFE8C6-F3F6-8C93-7E76-5E51B98BA906}"/>
          </ac:spMkLst>
        </pc:spChg>
      </pc:sldChg>
      <pc:sldChg chg="addSp delSp modSp new mod modClrScheme chgLayout modNotesTx">
        <pc:chgData name="Mitchell Wand" userId="de9b44c55c049659" providerId="LiveId" clId="{AA6F09A9-4509-4C03-8175-3B4E3E5D3118}" dt="2023-09-21T15:29:35.090" v="5737" actId="20577"/>
        <pc:sldMkLst>
          <pc:docMk/>
          <pc:sldMk cId="3935049033" sldId="418"/>
        </pc:sldMkLst>
        <pc:spChg chg="del mod ord">
          <ac:chgData name="Mitchell Wand" userId="de9b44c55c049659" providerId="LiveId" clId="{AA6F09A9-4509-4C03-8175-3B4E3E5D3118}" dt="2023-09-21T14:38:43.056" v="4933" actId="700"/>
          <ac:spMkLst>
            <pc:docMk/>
            <pc:sldMk cId="3935049033" sldId="418"/>
            <ac:spMk id="2" creationId="{8C193A8D-E337-33F6-3AA5-9E12D00381FF}"/>
          </ac:spMkLst>
        </pc:spChg>
        <pc:spChg chg="add mod ord">
          <ac:chgData name="Mitchell Wand" userId="de9b44c55c049659" providerId="LiveId" clId="{AA6F09A9-4509-4C03-8175-3B4E3E5D3118}" dt="2023-09-21T15:21:26.088" v="5298" actId="5793"/>
          <ac:spMkLst>
            <pc:docMk/>
            <pc:sldMk cId="3935049033" sldId="418"/>
            <ac:spMk id="3" creationId="{A657C336-3BF5-5EDF-37C3-8592B5BC1199}"/>
          </ac:spMkLst>
        </pc:spChg>
        <pc:spChg chg="add mod ord">
          <ac:chgData name="Mitchell Wand" userId="de9b44c55c049659" providerId="LiveId" clId="{AA6F09A9-4509-4C03-8175-3B4E3E5D3118}" dt="2023-09-21T15:21:58.840" v="5377" actId="20577"/>
          <ac:spMkLst>
            <pc:docMk/>
            <pc:sldMk cId="3935049033" sldId="418"/>
            <ac:spMk id="4" creationId="{44AC5415-9220-67BD-54EF-9DF869878B9D}"/>
          </ac:spMkLst>
        </pc:spChg>
      </pc:sldChg>
      <pc:sldChg chg="addSp modSp new mod modNotesTx">
        <pc:chgData name="Mitchell Wand" userId="de9b44c55c049659" providerId="LiveId" clId="{AA6F09A9-4509-4C03-8175-3B4E3E5D3118}" dt="2023-09-21T17:30:27.569" v="7080" actId="1076"/>
        <pc:sldMkLst>
          <pc:docMk/>
          <pc:sldMk cId="1376654866" sldId="419"/>
        </pc:sldMkLst>
        <pc:spChg chg="mod">
          <ac:chgData name="Mitchell Wand" userId="de9b44c55c049659" providerId="LiveId" clId="{AA6F09A9-4509-4C03-8175-3B4E3E5D3118}" dt="2023-09-21T15:27:01.891" v="5564" actId="20577"/>
          <ac:spMkLst>
            <pc:docMk/>
            <pc:sldMk cId="1376654866" sldId="419"/>
            <ac:spMk id="2" creationId="{42EC895A-9CEB-1901-EC48-67329B6A966A}"/>
          </ac:spMkLst>
        </pc:spChg>
        <pc:spChg chg="add mod">
          <ac:chgData name="Mitchell Wand" userId="de9b44c55c049659" providerId="LiveId" clId="{AA6F09A9-4509-4C03-8175-3B4E3E5D3118}" dt="2023-09-21T15:28:04.402" v="5587" actId="1076"/>
          <ac:spMkLst>
            <pc:docMk/>
            <pc:sldMk cId="1376654866" sldId="419"/>
            <ac:spMk id="4" creationId="{98194F6F-A81F-AA90-8BDC-E8EFBB880B1F}"/>
          </ac:spMkLst>
        </pc:spChg>
        <pc:spChg chg="add mod">
          <ac:chgData name="Mitchell Wand" userId="de9b44c55c049659" providerId="LiveId" clId="{AA6F09A9-4509-4C03-8175-3B4E3E5D3118}" dt="2023-09-21T17:30:27.569" v="7080" actId="1076"/>
          <ac:spMkLst>
            <pc:docMk/>
            <pc:sldMk cId="1376654866" sldId="419"/>
            <ac:spMk id="5" creationId="{C4C63989-AE1F-62A4-A8AA-3FF1AFEB1A07}"/>
          </ac:spMkLst>
        </pc:spChg>
      </pc:sldChg>
      <pc:sldChg chg="addSp delSp modSp new mod modNotesTx">
        <pc:chgData name="Mitchell Wand" userId="de9b44c55c049659" providerId="LiveId" clId="{AA6F09A9-4509-4C03-8175-3B4E3E5D3118}" dt="2023-09-21T17:30:32.605" v="7081"/>
        <pc:sldMkLst>
          <pc:docMk/>
          <pc:sldMk cId="3848332570" sldId="420"/>
        </pc:sldMkLst>
        <pc:spChg chg="mod">
          <ac:chgData name="Mitchell Wand" userId="de9b44c55c049659" providerId="LiveId" clId="{AA6F09A9-4509-4C03-8175-3B4E3E5D3118}" dt="2023-09-21T15:27:11.031" v="5582" actId="20577"/>
          <ac:spMkLst>
            <pc:docMk/>
            <pc:sldMk cId="3848332570" sldId="420"/>
            <ac:spMk id="2" creationId="{E42C8B26-B68A-F885-8EA9-B81ADD26A34A}"/>
          </ac:spMkLst>
        </pc:spChg>
        <pc:spChg chg="add del mod">
          <ac:chgData name="Mitchell Wand" userId="de9b44c55c049659" providerId="LiveId" clId="{AA6F09A9-4509-4C03-8175-3B4E3E5D3118}" dt="2023-09-21T15:38:31.765" v="6278" actId="478"/>
          <ac:spMkLst>
            <pc:docMk/>
            <pc:sldMk cId="3848332570" sldId="420"/>
            <ac:spMk id="4" creationId="{EFF10EA0-863B-2BE2-7B1E-08855DB390C6}"/>
          </ac:spMkLst>
        </pc:spChg>
        <pc:spChg chg="add mod">
          <ac:chgData name="Mitchell Wand" userId="de9b44c55c049659" providerId="LiveId" clId="{AA6F09A9-4509-4C03-8175-3B4E3E5D3118}" dt="2023-09-21T15:41:34.657" v="6669" actId="13926"/>
          <ac:spMkLst>
            <pc:docMk/>
            <pc:sldMk cId="3848332570" sldId="420"/>
            <ac:spMk id="6" creationId="{9F0CC656-D445-A5E4-FAF9-C9E520E6BB93}"/>
          </ac:spMkLst>
        </pc:spChg>
        <pc:spChg chg="add mod">
          <ac:chgData name="Mitchell Wand" userId="de9b44c55c049659" providerId="LiveId" clId="{AA6F09A9-4509-4C03-8175-3B4E3E5D3118}" dt="2023-09-21T17:30:32.605" v="7081"/>
          <ac:spMkLst>
            <pc:docMk/>
            <pc:sldMk cId="3848332570" sldId="420"/>
            <ac:spMk id="7" creationId="{7B6B6B1F-F85F-EE71-E78E-662DA5EBC03E}"/>
          </ac:spMkLst>
        </pc:spChg>
      </pc:sldChg>
      <pc:sldChg chg="new del">
        <pc:chgData name="Mitchell Wand" userId="de9b44c55c049659" providerId="LiveId" clId="{AA6F09A9-4509-4C03-8175-3B4E3E5D3118}" dt="2023-09-21T15:34:43.079" v="6219" actId="680"/>
        <pc:sldMkLst>
          <pc:docMk/>
          <pc:sldMk cId="2410803925" sldId="421"/>
        </pc:sldMkLst>
      </pc:sldChg>
      <pc:sldChg chg="addSp modSp new mod modClrScheme chgLayout">
        <pc:chgData name="Mitchell Wand" userId="de9b44c55c049659" providerId="LiveId" clId="{AA6F09A9-4509-4C03-8175-3B4E3E5D3118}" dt="2023-09-21T15:44:05.340" v="6758" actId="20577"/>
        <pc:sldMkLst>
          <pc:docMk/>
          <pc:sldMk cId="3248419483" sldId="421"/>
        </pc:sldMkLst>
        <pc:spChg chg="mod ord">
          <ac:chgData name="Mitchell Wand" userId="de9b44c55c049659" providerId="LiveId" clId="{AA6F09A9-4509-4C03-8175-3B4E3E5D3118}" dt="2023-09-21T15:43:11.178" v="6685" actId="700"/>
          <ac:spMkLst>
            <pc:docMk/>
            <pc:sldMk cId="3248419483" sldId="421"/>
            <ac:spMk id="2" creationId="{5F6C7F50-4AD0-5135-AE43-F91148B4DBFA}"/>
          </ac:spMkLst>
        </pc:spChg>
        <pc:spChg chg="add mod ord">
          <ac:chgData name="Mitchell Wand" userId="de9b44c55c049659" providerId="LiveId" clId="{AA6F09A9-4509-4C03-8175-3B4E3E5D3118}" dt="2023-09-21T15:44:05.340" v="6758" actId="20577"/>
          <ac:spMkLst>
            <pc:docMk/>
            <pc:sldMk cId="3248419483" sldId="421"/>
            <ac:spMk id="3" creationId="{98FC7662-3EE7-92E8-8427-76E9027BE025}"/>
          </ac:spMkLst>
        </pc:spChg>
      </pc:sldChg>
      <pc:sldChg chg="addSp delSp modSp new mod modClrScheme chgLayout modNotesTx">
        <pc:chgData name="Mitchell Wand" userId="de9b44c55c049659" providerId="LiveId" clId="{AA6F09A9-4509-4C03-8175-3B4E3E5D3118}" dt="2023-09-21T17:31:29.318" v="7110" actId="1076"/>
        <pc:sldMkLst>
          <pc:docMk/>
          <pc:sldMk cId="3918795189" sldId="422"/>
        </pc:sldMkLst>
        <pc:spChg chg="mod ord">
          <ac:chgData name="Mitchell Wand" userId="de9b44c55c049659" providerId="LiveId" clId="{AA6F09A9-4509-4C03-8175-3B4E3E5D3118}" dt="2023-09-21T17:02:55.556" v="6774" actId="700"/>
          <ac:spMkLst>
            <pc:docMk/>
            <pc:sldMk cId="3918795189" sldId="422"/>
            <ac:spMk id="2" creationId="{D0B6D2B1-B8CB-6164-EE96-BB0A37FC1020}"/>
          </ac:spMkLst>
        </pc:spChg>
        <pc:spChg chg="del">
          <ac:chgData name="Mitchell Wand" userId="de9b44c55c049659" providerId="LiveId" clId="{AA6F09A9-4509-4C03-8175-3B4E3E5D3118}" dt="2023-09-21T17:02:55.556" v="6774" actId="700"/>
          <ac:spMkLst>
            <pc:docMk/>
            <pc:sldMk cId="3918795189" sldId="422"/>
            <ac:spMk id="3" creationId="{422719A7-ABF8-66F1-75E6-DA8FBEC18D66}"/>
          </ac:spMkLst>
        </pc:spChg>
        <pc:spChg chg="add mod">
          <ac:chgData name="Mitchell Wand" userId="de9b44c55c049659" providerId="LiveId" clId="{AA6F09A9-4509-4C03-8175-3B4E3E5D3118}" dt="2023-09-21T17:04:32.180" v="6781" actId="14100"/>
          <ac:spMkLst>
            <pc:docMk/>
            <pc:sldMk cId="3918795189" sldId="422"/>
            <ac:spMk id="5" creationId="{DF90CDA3-5A50-54AF-77D5-FF5085AD13A2}"/>
          </ac:spMkLst>
        </pc:spChg>
        <pc:spChg chg="add mod">
          <ac:chgData name="Mitchell Wand" userId="de9b44c55c049659" providerId="LiveId" clId="{AA6F09A9-4509-4C03-8175-3B4E3E5D3118}" dt="2023-09-21T17:07:00.860" v="6981" actId="313"/>
          <ac:spMkLst>
            <pc:docMk/>
            <pc:sldMk cId="3918795189" sldId="422"/>
            <ac:spMk id="7" creationId="{5F634B3C-408F-C7F1-F191-3057618F4448}"/>
          </ac:spMkLst>
        </pc:spChg>
        <pc:spChg chg="add mod">
          <ac:chgData name="Mitchell Wand" userId="de9b44c55c049659" providerId="LiveId" clId="{AA6F09A9-4509-4C03-8175-3B4E3E5D3118}" dt="2023-09-21T17:05:08.885" v="6797" actId="1076"/>
          <ac:spMkLst>
            <pc:docMk/>
            <pc:sldMk cId="3918795189" sldId="422"/>
            <ac:spMk id="8" creationId="{D6816B2C-A33C-D6BE-66AE-1C4447BD1520}"/>
          </ac:spMkLst>
        </pc:spChg>
        <pc:spChg chg="add mod">
          <ac:chgData name="Mitchell Wand" userId="de9b44c55c049659" providerId="LiveId" clId="{AA6F09A9-4509-4C03-8175-3B4E3E5D3118}" dt="2023-09-21T17:05:26.922" v="6802" actId="20577"/>
          <ac:spMkLst>
            <pc:docMk/>
            <pc:sldMk cId="3918795189" sldId="422"/>
            <ac:spMk id="9" creationId="{E1FC1501-7217-5D3A-5522-CAEFAB691B32}"/>
          </ac:spMkLst>
        </pc:spChg>
        <pc:spChg chg="add mod">
          <ac:chgData name="Mitchell Wand" userId="de9b44c55c049659" providerId="LiveId" clId="{AA6F09A9-4509-4C03-8175-3B4E3E5D3118}" dt="2023-09-21T17:31:29.318" v="7110" actId="1076"/>
          <ac:spMkLst>
            <pc:docMk/>
            <pc:sldMk cId="3918795189" sldId="422"/>
            <ac:spMk id="10" creationId="{F601D17B-526A-791C-2FD9-C7A205E8D41D}"/>
          </ac:spMkLst>
        </pc:spChg>
      </pc:sldChg>
      <pc:sldChg chg="addSp delSp modSp new mod modNotesTx">
        <pc:chgData name="Mitchell Wand" userId="de9b44c55c049659" providerId="LiveId" clId="{AA6F09A9-4509-4C03-8175-3B4E3E5D3118}" dt="2023-09-21T17:38:36.843" v="7454" actId="20577"/>
        <pc:sldMkLst>
          <pc:docMk/>
          <pc:sldMk cId="3756781712" sldId="423"/>
        </pc:sldMkLst>
        <pc:spChg chg="mod">
          <ac:chgData name="Mitchell Wand" userId="de9b44c55c049659" providerId="LiveId" clId="{AA6F09A9-4509-4C03-8175-3B4E3E5D3118}" dt="2023-09-21T17:32:02.836" v="7149" actId="20577"/>
          <ac:spMkLst>
            <pc:docMk/>
            <pc:sldMk cId="3756781712" sldId="423"/>
            <ac:spMk id="2" creationId="{EBDD1EF7-1B84-03D1-90CC-6485AA84406C}"/>
          </ac:spMkLst>
        </pc:spChg>
        <pc:spChg chg="add del mod">
          <ac:chgData name="Mitchell Wand" userId="de9b44c55c049659" providerId="LiveId" clId="{AA6F09A9-4509-4C03-8175-3B4E3E5D3118}" dt="2023-09-21T17:33:21.563" v="7153" actId="478"/>
          <ac:spMkLst>
            <pc:docMk/>
            <pc:sldMk cId="3756781712" sldId="423"/>
            <ac:spMk id="4" creationId="{26E601B9-8CF2-424A-9E12-0B80A5B08C98}"/>
          </ac:spMkLst>
        </pc:spChg>
        <pc:spChg chg="add mod">
          <ac:chgData name="Mitchell Wand" userId="de9b44c55c049659" providerId="LiveId" clId="{AA6F09A9-4509-4C03-8175-3B4E3E5D3118}" dt="2023-09-21T17:33:47.471" v="7157" actId="14100"/>
          <ac:spMkLst>
            <pc:docMk/>
            <pc:sldMk cId="3756781712" sldId="423"/>
            <ac:spMk id="6" creationId="{6109264F-2F69-5A98-F3B0-C669724E019D}"/>
          </ac:spMkLst>
        </pc:spChg>
      </pc:sldChg>
      <pc:sldChg chg="addSp modSp new mod modNotesTx">
        <pc:chgData name="Mitchell Wand" userId="de9b44c55c049659" providerId="LiveId" clId="{AA6F09A9-4509-4C03-8175-3B4E3E5D3118}" dt="2023-09-21T17:40:26.316" v="7739" actId="20577"/>
        <pc:sldMkLst>
          <pc:docMk/>
          <pc:sldMk cId="3886866829" sldId="424"/>
        </pc:sldMkLst>
        <pc:spChg chg="mod">
          <ac:chgData name="Mitchell Wand" userId="de9b44c55c049659" providerId="LiveId" clId="{AA6F09A9-4509-4C03-8175-3B4E3E5D3118}" dt="2023-09-21T17:35:07.316" v="7181"/>
          <ac:spMkLst>
            <pc:docMk/>
            <pc:sldMk cId="3886866829" sldId="424"/>
            <ac:spMk id="2" creationId="{9A405F36-2BCE-424A-097C-E22D0214BD0F}"/>
          </ac:spMkLst>
        </pc:spChg>
        <pc:spChg chg="add mod">
          <ac:chgData name="Mitchell Wand" userId="de9b44c55c049659" providerId="LiveId" clId="{AA6F09A9-4509-4C03-8175-3B4E3E5D3118}" dt="2023-09-21T17:38:51.866" v="7455" actId="13926"/>
          <ac:spMkLst>
            <pc:docMk/>
            <pc:sldMk cId="3886866829" sldId="424"/>
            <ac:spMk id="4" creationId="{9C19FF8C-A42C-CC34-EA75-79137BA17575}"/>
          </ac:spMkLst>
        </pc:spChg>
      </pc:sldChg>
      <pc:sldChg chg="add">
        <pc:chgData name="Mitchell Wand" userId="de9b44c55c049659" providerId="LiveId" clId="{AA6F09A9-4509-4C03-8175-3B4E3E5D3118}" dt="2023-09-21T18:58:12.927" v="7755"/>
        <pc:sldMkLst>
          <pc:docMk/>
          <pc:sldMk cId="2363062081" sldId="425"/>
        </pc:sldMkLst>
      </pc:sldChg>
      <pc:sldMasterChg chg="delSldLayout modSldLayout">
        <pc:chgData name="Mitchell Wand" userId="de9b44c55c049659" providerId="LiveId" clId="{AA6F09A9-4509-4C03-8175-3B4E3E5D3118}" dt="2023-09-21T15:23:54.135" v="5413" actId="2696"/>
        <pc:sldMasterMkLst>
          <pc:docMk/>
          <pc:sldMasterMk cId="0" sldId="2147483648"/>
        </pc:sldMasterMkLst>
        <pc:sldLayoutChg chg="modSp mod">
          <pc:chgData name="Mitchell Wand" userId="de9b44c55c049659" providerId="LiveId" clId="{AA6F09A9-4509-4C03-8175-3B4E3E5D3118}" dt="2023-09-21T13:57:33.222" v="4279" actId="20577"/>
          <pc:sldLayoutMkLst>
            <pc:docMk/>
            <pc:sldMasterMk cId="0" sldId="2147483648"/>
            <pc:sldLayoutMk cId="0" sldId="2147483650"/>
          </pc:sldLayoutMkLst>
          <pc:spChg chg="mod">
            <ac:chgData name="Mitchell Wand" userId="de9b44c55c049659" providerId="LiveId" clId="{AA6F09A9-4509-4C03-8175-3B4E3E5D3118}" dt="2023-09-21T13:57:33.222" v="4279" actId="20577"/>
            <ac:spMkLst>
              <pc:docMk/>
              <pc:sldMasterMk cId="0" sldId="2147483648"/>
              <pc:sldLayoutMk cId="0" sldId="2147483650"/>
              <ac:spMk id="23" creationId="{00000000-0000-0000-0000-000000000000}"/>
            </ac:spMkLst>
          </pc:spChg>
        </pc:sldLayoutChg>
        <pc:sldLayoutChg chg="modSp">
          <pc:chgData name="Mitchell Wand" userId="de9b44c55c049659" providerId="LiveId" clId="{AA6F09A9-4509-4C03-8175-3B4E3E5D3118}" dt="2023-09-21T02:30:52.099" v="3148" actId="255"/>
          <pc:sldLayoutMkLst>
            <pc:docMk/>
            <pc:sldMasterMk cId="0" sldId="2147483648"/>
            <pc:sldLayoutMk cId="0" sldId="2147483654"/>
          </pc:sldLayoutMkLst>
          <pc:spChg chg="mod">
            <ac:chgData name="Mitchell Wand" userId="de9b44c55c049659" providerId="LiveId" clId="{AA6F09A9-4509-4C03-8175-3B4E3E5D3118}" dt="2023-09-21T02:30:52.099" v="3148" actId="255"/>
            <ac:spMkLst>
              <pc:docMk/>
              <pc:sldMasterMk cId="0" sldId="2147483648"/>
              <pc:sldLayoutMk cId="0" sldId="2147483654"/>
              <ac:spMk id="62" creationId="{00000000-0000-0000-0000-000000000000}"/>
            </ac:spMkLst>
          </pc:spChg>
        </pc:sldLayoutChg>
        <pc:sldLayoutChg chg="del">
          <pc:chgData name="Mitchell Wand" userId="de9b44c55c049659" providerId="LiveId" clId="{AA6F09A9-4509-4C03-8175-3B4E3E5D3118}" dt="2023-09-21T15:23:54.135" v="5413" actId="2696"/>
          <pc:sldLayoutMkLst>
            <pc:docMk/>
            <pc:sldMasterMk cId="0" sldId="2147483648"/>
            <pc:sldLayoutMk cId="0" sldId="2147483655"/>
          </pc:sldLayoutMkLst>
        </pc:sldLayoutChg>
      </pc:sldMasterChg>
    </pc:docChg>
  </pc:docChgLst>
  <pc:docChgLst>
    <pc:chgData name="Mitchell Wand" userId="de9b44c55c049659" providerId="LiveId" clId="{A3C5E289-FD0A-4A2C-B775-A66EDB85EC8C}"/>
    <pc:docChg chg="addSld delSld modSld delSection modSection">
      <pc:chgData name="Mitchell Wand" userId="de9b44c55c049659" providerId="LiveId" clId="{A3C5E289-FD0A-4A2C-B775-A66EDB85EC8C}" dt="2023-09-21T19:08:19.001" v="5"/>
      <pc:docMkLst>
        <pc:docMk/>
      </pc:docMkLst>
      <pc:sldChg chg="del">
        <pc:chgData name="Mitchell Wand" userId="de9b44c55c049659" providerId="LiveId" clId="{A3C5E289-FD0A-4A2C-B775-A66EDB85EC8C}" dt="2023-09-21T19:05:48.983" v="0" actId="18676"/>
        <pc:sldMkLst>
          <pc:docMk/>
          <pc:sldMk cId="0" sldId="256"/>
        </pc:sldMkLst>
      </pc:sldChg>
      <pc:sldChg chg="del">
        <pc:chgData name="Mitchell Wand" userId="de9b44c55c049659" providerId="LiveId" clId="{A3C5E289-FD0A-4A2C-B775-A66EDB85EC8C}" dt="2023-09-21T19:05:48.983" v="0" actId="18676"/>
        <pc:sldMkLst>
          <pc:docMk/>
          <pc:sldMk cId="0" sldId="257"/>
        </pc:sldMkLst>
      </pc:sldChg>
      <pc:sldChg chg="del">
        <pc:chgData name="Mitchell Wand" userId="de9b44c55c049659" providerId="LiveId" clId="{A3C5E289-FD0A-4A2C-B775-A66EDB85EC8C}" dt="2023-09-21T19:05:48.983" v="0" actId="18676"/>
        <pc:sldMkLst>
          <pc:docMk/>
          <pc:sldMk cId="0" sldId="258"/>
        </pc:sldMkLst>
      </pc:sldChg>
      <pc:sldChg chg="del">
        <pc:chgData name="Mitchell Wand" userId="de9b44c55c049659" providerId="LiveId" clId="{A3C5E289-FD0A-4A2C-B775-A66EDB85EC8C}" dt="2023-09-21T19:05:48.983" v="0" actId="18676"/>
        <pc:sldMkLst>
          <pc:docMk/>
          <pc:sldMk cId="0" sldId="259"/>
        </pc:sldMkLst>
      </pc:sldChg>
      <pc:sldChg chg="del">
        <pc:chgData name="Mitchell Wand" userId="de9b44c55c049659" providerId="LiveId" clId="{A3C5E289-FD0A-4A2C-B775-A66EDB85EC8C}" dt="2023-09-21T19:05:48.983" v="0" actId="18676"/>
        <pc:sldMkLst>
          <pc:docMk/>
          <pc:sldMk cId="0" sldId="260"/>
        </pc:sldMkLst>
      </pc:sldChg>
      <pc:sldChg chg="del">
        <pc:chgData name="Mitchell Wand" userId="de9b44c55c049659" providerId="LiveId" clId="{A3C5E289-FD0A-4A2C-B775-A66EDB85EC8C}" dt="2023-09-21T19:05:48.983" v="0" actId="18676"/>
        <pc:sldMkLst>
          <pc:docMk/>
          <pc:sldMk cId="0" sldId="262"/>
        </pc:sldMkLst>
      </pc:sldChg>
      <pc:sldChg chg="del">
        <pc:chgData name="Mitchell Wand" userId="de9b44c55c049659" providerId="LiveId" clId="{A3C5E289-FD0A-4A2C-B775-A66EDB85EC8C}" dt="2023-09-21T19:05:48.983" v="0" actId="18676"/>
        <pc:sldMkLst>
          <pc:docMk/>
          <pc:sldMk cId="0" sldId="263"/>
        </pc:sldMkLst>
      </pc:sldChg>
      <pc:sldChg chg="del">
        <pc:chgData name="Mitchell Wand" userId="de9b44c55c049659" providerId="LiveId" clId="{A3C5E289-FD0A-4A2C-B775-A66EDB85EC8C}" dt="2023-09-21T19:05:48.983" v="0" actId="18676"/>
        <pc:sldMkLst>
          <pc:docMk/>
          <pc:sldMk cId="0" sldId="264"/>
        </pc:sldMkLst>
      </pc:sldChg>
      <pc:sldChg chg="del">
        <pc:chgData name="Mitchell Wand" userId="de9b44c55c049659" providerId="LiveId" clId="{A3C5E289-FD0A-4A2C-B775-A66EDB85EC8C}" dt="2023-09-21T19:05:48.983" v="0" actId="18676"/>
        <pc:sldMkLst>
          <pc:docMk/>
          <pc:sldMk cId="0" sldId="265"/>
        </pc:sldMkLst>
      </pc:sldChg>
      <pc:sldChg chg="del">
        <pc:chgData name="Mitchell Wand" userId="de9b44c55c049659" providerId="LiveId" clId="{A3C5E289-FD0A-4A2C-B775-A66EDB85EC8C}" dt="2023-09-21T19:05:48.983" v="0" actId="18676"/>
        <pc:sldMkLst>
          <pc:docMk/>
          <pc:sldMk cId="0" sldId="266"/>
        </pc:sldMkLst>
      </pc:sldChg>
      <pc:sldChg chg="del">
        <pc:chgData name="Mitchell Wand" userId="de9b44c55c049659" providerId="LiveId" clId="{A3C5E289-FD0A-4A2C-B775-A66EDB85EC8C}" dt="2023-09-21T19:05:48.983" v="0" actId="18676"/>
        <pc:sldMkLst>
          <pc:docMk/>
          <pc:sldMk cId="0" sldId="267"/>
        </pc:sldMkLst>
      </pc:sldChg>
      <pc:sldChg chg="del">
        <pc:chgData name="Mitchell Wand" userId="de9b44c55c049659" providerId="LiveId" clId="{A3C5E289-FD0A-4A2C-B775-A66EDB85EC8C}" dt="2023-09-21T19:05:48.983" v="0" actId="18676"/>
        <pc:sldMkLst>
          <pc:docMk/>
          <pc:sldMk cId="0" sldId="268"/>
        </pc:sldMkLst>
      </pc:sldChg>
      <pc:sldChg chg="del">
        <pc:chgData name="Mitchell Wand" userId="de9b44c55c049659" providerId="LiveId" clId="{A3C5E289-FD0A-4A2C-B775-A66EDB85EC8C}" dt="2023-09-21T19:05:48.983" v="0" actId="18676"/>
        <pc:sldMkLst>
          <pc:docMk/>
          <pc:sldMk cId="0" sldId="269"/>
        </pc:sldMkLst>
      </pc:sldChg>
      <pc:sldChg chg="del">
        <pc:chgData name="Mitchell Wand" userId="de9b44c55c049659" providerId="LiveId" clId="{A3C5E289-FD0A-4A2C-B775-A66EDB85EC8C}" dt="2023-09-21T19:05:48.983" v="0" actId="18676"/>
        <pc:sldMkLst>
          <pc:docMk/>
          <pc:sldMk cId="0" sldId="270"/>
        </pc:sldMkLst>
      </pc:sldChg>
      <pc:sldChg chg="del">
        <pc:chgData name="Mitchell Wand" userId="de9b44c55c049659" providerId="LiveId" clId="{A3C5E289-FD0A-4A2C-B775-A66EDB85EC8C}" dt="2023-09-21T19:05:48.983" v="0" actId="18676"/>
        <pc:sldMkLst>
          <pc:docMk/>
          <pc:sldMk cId="0" sldId="271"/>
        </pc:sldMkLst>
      </pc:sldChg>
      <pc:sldChg chg="del">
        <pc:chgData name="Mitchell Wand" userId="de9b44c55c049659" providerId="LiveId" clId="{A3C5E289-FD0A-4A2C-B775-A66EDB85EC8C}" dt="2023-09-21T19:05:48.983" v="0" actId="18676"/>
        <pc:sldMkLst>
          <pc:docMk/>
          <pc:sldMk cId="0" sldId="273"/>
        </pc:sldMkLst>
      </pc:sldChg>
      <pc:sldChg chg="del">
        <pc:chgData name="Mitchell Wand" userId="de9b44c55c049659" providerId="LiveId" clId="{A3C5E289-FD0A-4A2C-B775-A66EDB85EC8C}" dt="2023-09-21T19:05:48.983" v="0" actId="18676"/>
        <pc:sldMkLst>
          <pc:docMk/>
          <pc:sldMk cId="0" sldId="274"/>
        </pc:sldMkLst>
      </pc:sldChg>
      <pc:sldChg chg="del">
        <pc:chgData name="Mitchell Wand" userId="de9b44c55c049659" providerId="LiveId" clId="{A3C5E289-FD0A-4A2C-B775-A66EDB85EC8C}" dt="2023-09-21T19:05:48.983" v="0" actId="18676"/>
        <pc:sldMkLst>
          <pc:docMk/>
          <pc:sldMk cId="0" sldId="275"/>
        </pc:sldMkLst>
      </pc:sldChg>
      <pc:sldChg chg="del">
        <pc:chgData name="Mitchell Wand" userId="de9b44c55c049659" providerId="LiveId" clId="{A3C5E289-FD0A-4A2C-B775-A66EDB85EC8C}" dt="2023-09-21T19:05:48.983" v="0" actId="18676"/>
        <pc:sldMkLst>
          <pc:docMk/>
          <pc:sldMk cId="0" sldId="278"/>
        </pc:sldMkLst>
      </pc:sldChg>
      <pc:sldChg chg="del">
        <pc:chgData name="Mitchell Wand" userId="de9b44c55c049659" providerId="LiveId" clId="{A3C5E289-FD0A-4A2C-B775-A66EDB85EC8C}" dt="2023-09-21T19:05:48.983" v="0" actId="18676"/>
        <pc:sldMkLst>
          <pc:docMk/>
          <pc:sldMk cId="0" sldId="279"/>
        </pc:sldMkLst>
      </pc:sldChg>
      <pc:sldChg chg="add del">
        <pc:chgData name="Mitchell Wand" userId="de9b44c55c049659" providerId="LiveId" clId="{A3C5E289-FD0A-4A2C-B775-A66EDB85EC8C}" dt="2023-09-21T19:07:12.046" v="1"/>
        <pc:sldMkLst>
          <pc:docMk/>
          <pc:sldMk cId="0" sldId="286"/>
        </pc:sldMkLst>
      </pc:sldChg>
      <pc:sldChg chg="add del">
        <pc:chgData name="Mitchell Wand" userId="de9b44c55c049659" providerId="LiveId" clId="{A3C5E289-FD0A-4A2C-B775-A66EDB85EC8C}" dt="2023-09-21T19:07:12.046" v="1"/>
        <pc:sldMkLst>
          <pc:docMk/>
          <pc:sldMk cId="0" sldId="288"/>
        </pc:sldMkLst>
      </pc:sldChg>
      <pc:sldChg chg="add del">
        <pc:chgData name="Mitchell Wand" userId="de9b44c55c049659" providerId="LiveId" clId="{A3C5E289-FD0A-4A2C-B775-A66EDB85EC8C}" dt="2023-09-21T19:07:12.046" v="1"/>
        <pc:sldMkLst>
          <pc:docMk/>
          <pc:sldMk cId="0" sldId="289"/>
        </pc:sldMkLst>
      </pc:sldChg>
      <pc:sldChg chg="add del">
        <pc:chgData name="Mitchell Wand" userId="de9b44c55c049659" providerId="LiveId" clId="{A3C5E289-FD0A-4A2C-B775-A66EDB85EC8C}" dt="2023-09-21T19:07:12.046" v="1"/>
        <pc:sldMkLst>
          <pc:docMk/>
          <pc:sldMk cId="0" sldId="290"/>
        </pc:sldMkLst>
      </pc:sldChg>
      <pc:sldChg chg="add del">
        <pc:chgData name="Mitchell Wand" userId="de9b44c55c049659" providerId="LiveId" clId="{A3C5E289-FD0A-4A2C-B775-A66EDB85EC8C}" dt="2023-09-21T19:07:12.046" v="1"/>
        <pc:sldMkLst>
          <pc:docMk/>
          <pc:sldMk cId="0" sldId="291"/>
        </pc:sldMkLst>
      </pc:sldChg>
      <pc:sldChg chg="add del">
        <pc:chgData name="Mitchell Wand" userId="de9b44c55c049659" providerId="LiveId" clId="{A3C5E289-FD0A-4A2C-B775-A66EDB85EC8C}" dt="2023-09-21T19:07:12.046" v="1"/>
        <pc:sldMkLst>
          <pc:docMk/>
          <pc:sldMk cId="0" sldId="292"/>
        </pc:sldMkLst>
      </pc:sldChg>
      <pc:sldChg chg="add del">
        <pc:chgData name="Mitchell Wand" userId="de9b44c55c049659" providerId="LiveId" clId="{A3C5E289-FD0A-4A2C-B775-A66EDB85EC8C}" dt="2023-09-21T19:07:12.046" v="1"/>
        <pc:sldMkLst>
          <pc:docMk/>
          <pc:sldMk cId="0" sldId="293"/>
        </pc:sldMkLst>
      </pc:sldChg>
      <pc:sldChg chg="del">
        <pc:chgData name="Mitchell Wand" userId="de9b44c55c049659" providerId="LiveId" clId="{A3C5E289-FD0A-4A2C-B775-A66EDB85EC8C}" dt="2023-09-21T19:05:48.983" v="0" actId="18676"/>
        <pc:sldMkLst>
          <pc:docMk/>
          <pc:sldMk cId="0" sldId="294"/>
        </pc:sldMkLst>
      </pc:sldChg>
      <pc:sldChg chg="del">
        <pc:chgData name="Mitchell Wand" userId="de9b44c55c049659" providerId="LiveId" clId="{A3C5E289-FD0A-4A2C-B775-A66EDB85EC8C}" dt="2023-09-21T19:05:48.983" v="0" actId="18676"/>
        <pc:sldMkLst>
          <pc:docMk/>
          <pc:sldMk cId="2813158976" sldId="296"/>
        </pc:sldMkLst>
      </pc:sldChg>
      <pc:sldChg chg="add del">
        <pc:chgData name="Mitchell Wand" userId="de9b44c55c049659" providerId="LiveId" clId="{A3C5E289-FD0A-4A2C-B775-A66EDB85EC8C}" dt="2023-09-21T19:07:12.046" v="1"/>
        <pc:sldMkLst>
          <pc:docMk/>
          <pc:sldMk cId="2690522714" sldId="386"/>
        </pc:sldMkLst>
      </pc:sldChg>
      <pc:sldChg chg="del">
        <pc:chgData name="Mitchell Wand" userId="de9b44c55c049659" providerId="LiveId" clId="{A3C5E289-FD0A-4A2C-B775-A66EDB85EC8C}" dt="2023-09-21T19:05:48.983" v="0" actId="18676"/>
        <pc:sldMkLst>
          <pc:docMk/>
          <pc:sldMk cId="1712348606" sldId="387"/>
        </pc:sldMkLst>
      </pc:sldChg>
      <pc:sldChg chg="del">
        <pc:chgData name="Mitchell Wand" userId="de9b44c55c049659" providerId="LiveId" clId="{A3C5E289-FD0A-4A2C-B775-A66EDB85EC8C}" dt="2023-09-21T19:05:48.983" v="0" actId="18676"/>
        <pc:sldMkLst>
          <pc:docMk/>
          <pc:sldMk cId="4105083793" sldId="388"/>
        </pc:sldMkLst>
      </pc:sldChg>
      <pc:sldChg chg="del">
        <pc:chgData name="Mitchell Wand" userId="de9b44c55c049659" providerId="LiveId" clId="{A3C5E289-FD0A-4A2C-B775-A66EDB85EC8C}" dt="2023-09-21T19:05:48.983" v="0" actId="18676"/>
        <pc:sldMkLst>
          <pc:docMk/>
          <pc:sldMk cId="2457656915" sldId="389"/>
        </pc:sldMkLst>
      </pc:sldChg>
      <pc:sldChg chg="del">
        <pc:chgData name="Mitchell Wand" userId="de9b44c55c049659" providerId="LiveId" clId="{A3C5E289-FD0A-4A2C-B775-A66EDB85EC8C}" dt="2023-09-21T19:05:48.983" v="0" actId="18676"/>
        <pc:sldMkLst>
          <pc:docMk/>
          <pc:sldMk cId="4204086104" sldId="390"/>
        </pc:sldMkLst>
      </pc:sldChg>
      <pc:sldChg chg="del">
        <pc:chgData name="Mitchell Wand" userId="de9b44c55c049659" providerId="LiveId" clId="{A3C5E289-FD0A-4A2C-B775-A66EDB85EC8C}" dt="2023-09-21T19:05:48.983" v="0" actId="18676"/>
        <pc:sldMkLst>
          <pc:docMk/>
          <pc:sldMk cId="3646889748" sldId="391"/>
        </pc:sldMkLst>
      </pc:sldChg>
      <pc:sldChg chg="del">
        <pc:chgData name="Mitchell Wand" userId="de9b44c55c049659" providerId="LiveId" clId="{A3C5E289-FD0A-4A2C-B775-A66EDB85EC8C}" dt="2023-09-21T19:05:48.983" v="0" actId="18676"/>
        <pc:sldMkLst>
          <pc:docMk/>
          <pc:sldMk cId="2936127610" sldId="393"/>
        </pc:sldMkLst>
      </pc:sldChg>
      <pc:sldChg chg="del">
        <pc:chgData name="Mitchell Wand" userId="de9b44c55c049659" providerId="LiveId" clId="{A3C5E289-FD0A-4A2C-B775-A66EDB85EC8C}" dt="2023-09-21T19:05:48.983" v="0" actId="18676"/>
        <pc:sldMkLst>
          <pc:docMk/>
          <pc:sldMk cId="3959368631" sldId="395"/>
        </pc:sldMkLst>
      </pc:sldChg>
      <pc:sldChg chg="del">
        <pc:chgData name="Mitchell Wand" userId="de9b44c55c049659" providerId="LiveId" clId="{A3C5E289-FD0A-4A2C-B775-A66EDB85EC8C}" dt="2023-09-21T19:05:48.983" v="0" actId="18676"/>
        <pc:sldMkLst>
          <pc:docMk/>
          <pc:sldMk cId="731707150" sldId="396"/>
        </pc:sldMkLst>
      </pc:sldChg>
      <pc:sldChg chg="del">
        <pc:chgData name="Mitchell Wand" userId="de9b44c55c049659" providerId="LiveId" clId="{A3C5E289-FD0A-4A2C-B775-A66EDB85EC8C}" dt="2023-09-21T19:05:48.983" v="0" actId="18676"/>
        <pc:sldMkLst>
          <pc:docMk/>
          <pc:sldMk cId="448131492" sldId="397"/>
        </pc:sldMkLst>
      </pc:sldChg>
      <pc:sldChg chg="del">
        <pc:chgData name="Mitchell Wand" userId="de9b44c55c049659" providerId="LiveId" clId="{A3C5E289-FD0A-4A2C-B775-A66EDB85EC8C}" dt="2023-09-21T19:05:48.983" v="0" actId="18676"/>
        <pc:sldMkLst>
          <pc:docMk/>
          <pc:sldMk cId="2865064717" sldId="398"/>
        </pc:sldMkLst>
      </pc:sldChg>
      <pc:sldChg chg="del">
        <pc:chgData name="Mitchell Wand" userId="de9b44c55c049659" providerId="LiveId" clId="{A3C5E289-FD0A-4A2C-B775-A66EDB85EC8C}" dt="2023-09-21T19:05:48.983" v="0" actId="18676"/>
        <pc:sldMkLst>
          <pc:docMk/>
          <pc:sldMk cId="406903797" sldId="399"/>
        </pc:sldMkLst>
      </pc:sldChg>
      <pc:sldChg chg="del">
        <pc:chgData name="Mitchell Wand" userId="de9b44c55c049659" providerId="LiveId" clId="{A3C5E289-FD0A-4A2C-B775-A66EDB85EC8C}" dt="2023-09-21T19:05:48.983" v="0" actId="18676"/>
        <pc:sldMkLst>
          <pc:docMk/>
          <pc:sldMk cId="1631386980" sldId="400"/>
        </pc:sldMkLst>
      </pc:sldChg>
      <pc:sldChg chg="del">
        <pc:chgData name="Mitchell Wand" userId="de9b44c55c049659" providerId="LiveId" clId="{A3C5E289-FD0A-4A2C-B775-A66EDB85EC8C}" dt="2023-09-21T19:05:48.983" v="0" actId="18676"/>
        <pc:sldMkLst>
          <pc:docMk/>
          <pc:sldMk cId="581266231" sldId="401"/>
        </pc:sldMkLst>
      </pc:sldChg>
      <pc:sldChg chg="del">
        <pc:chgData name="Mitchell Wand" userId="de9b44c55c049659" providerId="LiveId" clId="{A3C5E289-FD0A-4A2C-B775-A66EDB85EC8C}" dt="2023-09-21T19:05:48.983" v="0" actId="18676"/>
        <pc:sldMkLst>
          <pc:docMk/>
          <pc:sldMk cId="1352059909" sldId="402"/>
        </pc:sldMkLst>
      </pc:sldChg>
      <pc:sldChg chg="del">
        <pc:chgData name="Mitchell Wand" userId="de9b44c55c049659" providerId="LiveId" clId="{A3C5E289-FD0A-4A2C-B775-A66EDB85EC8C}" dt="2023-09-21T19:05:48.983" v="0" actId="18676"/>
        <pc:sldMkLst>
          <pc:docMk/>
          <pc:sldMk cId="424888832" sldId="403"/>
        </pc:sldMkLst>
      </pc:sldChg>
      <pc:sldChg chg="modSp mod">
        <pc:chgData name="Mitchell Wand" userId="de9b44c55c049659" providerId="LiveId" clId="{A3C5E289-FD0A-4A2C-B775-A66EDB85EC8C}" dt="2023-09-21T19:08:02.826" v="3"/>
        <pc:sldMkLst>
          <pc:docMk/>
          <pc:sldMk cId="2060496032" sldId="405"/>
        </pc:sldMkLst>
        <pc:spChg chg="mod">
          <ac:chgData name="Mitchell Wand" userId="de9b44c55c049659" providerId="LiveId" clId="{A3C5E289-FD0A-4A2C-B775-A66EDB85EC8C}" dt="2023-09-21T19:08:02.826" v="3"/>
          <ac:spMkLst>
            <pc:docMk/>
            <pc:sldMk cId="2060496032" sldId="405"/>
            <ac:spMk id="3" creationId="{9BEC0C84-159D-289A-AB37-71EDCED09F3D}"/>
          </ac:spMkLst>
        </pc:spChg>
      </pc:sldChg>
      <pc:sldChg chg="modSp mod">
        <pc:chgData name="Mitchell Wand" userId="de9b44c55c049659" providerId="LiveId" clId="{A3C5E289-FD0A-4A2C-B775-A66EDB85EC8C}" dt="2023-09-21T19:08:19.001" v="5"/>
        <pc:sldMkLst>
          <pc:docMk/>
          <pc:sldMk cId="2363062081" sldId="425"/>
        </pc:sldMkLst>
        <pc:spChg chg="mod">
          <ac:chgData name="Mitchell Wand" userId="de9b44c55c049659" providerId="LiveId" clId="{A3C5E289-FD0A-4A2C-B775-A66EDB85EC8C}" dt="2023-09-21T19:08:19.001" v="5"/>
          <ac:spMkLst>
            <pc:docMk/>
            <pc:sldMk cId="2363062081" sldId="425"/>
            <ac:spMk id="3" creationId="{9BEC0C84-159D-289A-AB37-71EDCED09F3D}"/>
          </ac:spMkLst>
        </pc:spChg>
      </pc:sldChg>
      <pc:sldMasterChg chg="delSldLayout">
        <pc:chgData name="Mitchell Wand" userId="de9b44c55c049659" providerId="LiveId" clId="{A3C5E289-FD0A-4A2C-B775-A66EDB85EC8C}" dt="2023-09-21T19:05:48.983" v="0" actId="18676"/>
        <pc:sldMasterMkLst>
          <pc:docMk/>
          <pc:sldMasterMk cId="0" sldId="2147483648"/>
        </pc:sldMasterMkLst>
        <pc:sldLayoutChg chg="del">
          <pc:chgData name="Mitchell Wand" userId="de9b44c55c049659" providerId="LiveId" clId="{A3C5E289-FD0A-4A2C-B775-A66EDB85EC8C}" dt="2023-09-21T19:05:48.983" v="0" actId="18676"/>
          <pc:sldLayoutMkLst>
            <pc:docMk/>
            <pc:sldMasterMk cId="0" sldId="2147483648"/>
            <pc:sldLayoutMk cId="0" sldId="2147483652"/>
          </pc:sldLayoutMkLst>
        </pc:sldLayoutChg>
      </pc:sldMasterChg>
    </pc:docChg>
  </pc:docChgLst>
  <pc:docChgLst>
    <pc:chgData name="Mitchell Wand" userId="de9b44c55c049659" providerId="LiveId" clId="{97F6A37B-697C-4290-A1B5-0CB4BB45D11B}"/>
    <pc:docChg chg="undo custSel addSld delSld modSld sldOrd modMainMaster delSection modSection">
      <pc:chgData name="Mitchell Wand" userId="de9b44c55c049659" providerId="LiveId" clId="{97F6A37B-697C-4290-A1B5-0CB4BB45D11B}" dt="2024-10-15T02:07:38.847" v="2945" actId="700"/>
      <pc:docMkLst>
        <pc:docMk/>
      </pc:docMkLst>
      <pc:sldChg chg="del">
        <pc:chgData name="Mitchell Wand" userId="de9b44c55c049659" providerId="LiveId" clId="{97F6A37B-697C-4290-A1B5-0CB4BB45D11B}" dt="2024-09-29T12:43:17.708" v="2397" actId="2696"/>
        <pc:sldMkLst>
          <pc:docMk/>
          <pc:sldMk cId="0" sldId="286"/>
        </pc:sldMkLst>
      </pc:sldChg>
      <pc:sldChg chg="delSp modSp mod">
        <pc:chgData name="Mitchell Wand" userId="de9b44c55c049659" providerId="LiveId" clId="{97F6A37B-697C-4290-A1B5-0CB4BB45D11B}" dt="2024-09-29T12:43:42.319" v="2421" actId="20577"/>
        <pc:sldMkLst>
          <pc:docMk/>
          <pc:sldMk cId="0" sldId="288"/>
        </pc:sldMkLst>
        <pc:spChg chg="mod">
          <ac:chgData name="Mitchell Wand" userId="de9b44c55c049659" providerId="LiveId" clId="{97F6A37B-697C-4290-A1B5-0CB4BB45D11B}" dt="2024-09-29T12:43:42.319" v="2421" actId="20577"/>
          <ac:spMkLst>
            <pc:docMk/>
            <pc:sldMk cId="0" sldId="288"/>
            <ac:spMk id="371" creationId="{00000000-0000-0000-0000-000000000000}"/>
          </ac:spMkLst>
        </pc:spChg>
        <pc:spChg chg="mod">
          <ac:chgData name="Mitchell Wand" userId="de9b44c55c049659" providerId="LiveId" clId="{97F6A37B-697C-4290-A1B5-0CB4BB45D11B}" dt="2024-09-29T12:34:51.381" v="2267" actId="1076"/>
          <ac:spMkLst>
            <pc:docMk/>
            <pc:sldMk cId="0" sldId="288"/>
            <ac:spMk id="374" creationId="{00000000-0000-0000-0000-000000000000}"/>
          </ac:spMkLst>
        </pc:spChg>
        <pc:picChg chg="del">
          <ac:chgData name="Mitchell Wand" userId="de9b44c55c049659" providerId="LiveId" clId="{97F6A37B-697C-4290-A1B5-0CB4BB45D11B}" dt="2024-09-29T12:28:29.116" v="1896" actId="478"/>
          <ac:picMkLst>
            <pc:docMk/>
            <pc:sldMk cId="0" sldId="288"/>
            <ac:picMk id="373" creationId="{00000000-0000-0000-0000-000000000000}"/>
          </ac:picMkLst>
        </pc:picChg>
      </pc:sldChg>
      <pc:sldChg chg="modSp del mod">
        <pc:chgData name="Mitchell Wand" userId="de9b44c55c049659" providerId="LiveId" clId="{97F6A37B-697C-4290-A1B5-0CB4BB45D11B}" dt="2024-09-29T12:38:23.543" v="2318" actId="2696"/>
        <pc:sldMkLst>
          <pc:docMk/>
          <pc:sldMk cId="0" sldId="289"/>
        </pc:sldMkLst>
        <pc:spChg chg="mod">
          <ac:chgData name="Mitchell Wand" userId="de9b44c55c049659" providerId="LiveId" clId="{97F6A37B-697C-4290-A1B5-0CB4BB45D11B}" dt="2024-09-29T12:35:16.200" v="2277" actId="20577"/>
          <ac:spMkLst>
            <pc:docMk/>
            <pc:sldMk cId="0" sldId="289"/>
            <ac:spMk id="376" creationId="{00000000-0000-0000-0000-000000000000}"/>
          </ac:spMkLst>
        </pc:spChg>
      </pc:sldChg>
      <pc:sldChg chg="del">
        <pc:chgData name="Mitchell Wand" userId="de9b44c55c049659" providerId="LiveId" clId="{97F6A37B-697C-4290-A1B5-0CB4BB45D11B}" dt="2024-09-29T12:40:13.878" v="2323" actId="47"/>
        <pc:sldMkLst>
          <pc:docMk/>
          <pc:sldMk cId="0" sldId="290"/>
        </pc:sldMkLst>
      </pc:sldChg>
      <pc:sldChg chg="del">
        <pc:chgData name="Mitchell Wand" userId="de9b44c55c049659" providerId="LiveId" clId="{97F6A37B-697C-4290-A1B5-0CB4BB45D11B}" dt="2024-09-29T12:40:13.878" v="2323" actId="47"/>
        <pc:sldMkLst>
          <pc:docMk/>
          <pc:sldMk cId="0" sldId="291"/>
        </pc:sldMkLst>
      </pc:sldChg>
      <pc:sldChg chg="del">
        <pc:chgData name="Mitchell Wand" userId="de9b44c55c049659" providerId="LiveId" clId="{97F6A37B-697C-4290-A1B5-0CB4BB45D11B}" dt="2024-09-29T12:40:13.878" v="2323" actId="47"/>
        <pc:sldMkLst>
          <pc:docMk/>
          <pc:sldMk cId="0" sldId="292"/>
        </pc:sldMkLst>
      </pc:sldChg>
      <pc:sldChg chg="del">
        <pc:chgData name="Mitchell Wand" userId="de9b44c55c049659" providerId="LiveId" clId="{97F6A37B-697C-4290-A1B5-0CB4BB45D11B}" dt="2024-09-29T12:40:13.878" v="2323" actId="47"/>
        <pc:sldMkLst>
          <pc:docMk/>
          <pc:sldMk cId="0" sldId="293"/>
        </pc:sldMkLst>
      </pc:sldChg>
      <pc:sldChg chg="del">
        <pc:chgData name="Mitchell Wand" userId="de9b44c55c049659" providerId="LiveId" clId="{97F6A37B-697C-4290-A1B5-0CB4BB45D11B}" dt="2024-09-29T12:40:13.878" v="2323" actId="47"/>
        <pc:sldMkLst>
          <pc:docMk/>
          <pc:sldMk cId="2690522714" sldId="386"/>
        </pc:sldMkLst>
      </pc:sldChg>
      <pc:sldChg chg="modSp mod chgLayout">
        <pc:chgData name="Mitchell Wand" userId="de9b44c55c049659" providerId="LiveId" clId="{97F6A37B-697C-4290-A1B5-0CB4BB45D11B}" dt="2024-10-15T02:07:38.847" v="2945" actId="700"/>
        <pc:sldMkLst>
          <pc:docMk/>
          <pc:sldMk cId="3856103181" sldId="404"/>
        </pc:sldMkLst>
        <pc:spChg chg="mod ord">
          <ac:chgData name="Mitchell Wand" userId="de9b44c55c049659" providerId="LiveId" clId="{97F6A37B-697C-4290-A1B5-0CB4BB45D11B}" dt="2024-10-15T02:07:38.847" v="2945" actId="700"/>
          <ac:spMkLst>
            <pc:docMk/>
            <pc:sldMk cId="3856103181" sldId="404"/>
            <ac:spMk id="116"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7"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8" creationId="{00000000-0000-0000-0000-000000000000}"/>
          </ac:spMkLst>
        </pc:spChg>
      </pc:sldChg>
      <pc:sldChg chg="addSp delSp modSp mod modClrScheme chgLayout">
        <pc:chgData name="Mitchell Wand" userId="de9b44c55c049659" providerId="LiveId" clId="{97F6A37B-697C-4290-A1B5-0CB4BB45D11B}" dt="2024-09-29T12:51:27.638" v="2550" actId="20577"/>
        <pc:sldMkLst>
          <pc:docMk/>
          <pc:sldMk cId="1143622218" sldId="408"/>
        </pc:sldMkLst>
        <pc:spChg chg="mod ord">
          <ac:chgData name="Mitchell Wand" userId="de9b44c55c049659" providerId="LiveId" clId="{97F6A37B-697C-4290-A1B5-0CB4BB45D11B}" dt="2024-09-29T12:51:27.638" v="2550" actId="20577"/>
          <ac:spMkLst>
            <pc:docMk/>
            <pc:sldMk cId="1143622218" sldId="408"/>
            <ac:spMk id="2" creationId="{5C65FDBC-B21A-18B1-886D-9F8EDA80D502}"/>
          </ac:spMkLst>
        </pc:spChg>
        <pc:spChg chg="mod ord">
          <ac:chgData name="Mitchell Wand" userId="de9b44c55c049659" providerId="LiveId" clId="{97F6A37B-697C-4290-A1B5-0CB4BB45D11B}" dt="2024-09-29T12:48:26.190" v="2475" actId="700"/>
          <ac:spMkLst>
            <pc:docMk/>
            <pc:sldMk cId="1143622218" sldId="408"/>
            <ac:spMk id="3" creationId="{3D1FB27E-8A69-3EF9-C5F1-FA9C71ECE48A}"/>
          </ac:spMkLst>
        </pc:spChg>
        <pc:spChg chg="add del mod ord">
          <ac:chgData name="Mitchell Wand" userId="de9b44c55c049659" providerId="LiveId" clId="{97F6A37B-697C-4290-A1B5-0CB4BB45D11B}" dt="2024-09-29T12:48:22.195" v="2474" actId="700"/>
          <ac:spMkLst>
            <pc:docMk/>
            <pc:sldMk cId="1143622218" sldId="408"/>
            <ac:spMk id="4" creationId="{EE7DA47B-64D0-E031-89C0-236102427F0C}"/>
          </ac:spMkLst>
        </pc:spChg>
        <pc:spChg chg="mod">
          <ac:chgData name="Mitchell Wand" userId="de9b44c55c049659" providerId="LiveId" clId="{97F6A37B-697C-4290-A1B5-0CB4BB45D11B}" dt="2024-09-29T12:46:49.288" v="2426" actId="1076"/>
          <ac:spMkLst>
            <pc:docMk/>
            <pc:sldMk cId="1143622218" sldId="408"/>
            <ac:spMk id="5" creationId="{6E5519AE-D929-CABE-11EC-4B416E8E4B0B}"/>
          </ac:spMkLst>
        </pc:spChg>
        <pc:spChg chg="mod">
          <ac:chgData name="Mitchell Wand" userId="de9b44c55c049659" providerId="LiveId" clId="{97F6A37B-697C-4290-A1B5-0CB4BB45D11B}" dt="2024-09-29T12:48:10.915" v="2472" actId="1076"/>
          <ac:spMkLst>
            <pc:docMk/>
            <pc:sldMk cId="1143622218" sldId="408"/>
            <ac:spMk id="6" creationId="{ABA83B7E-DB88-E05B-D1C2-649804410B6F}"/>
          </ac:spMkLst>
        </pc:spChg>
      </pc:sldChg>
      <pc:sldChg chg="modSp del mod">
        <pc:chgData name="Mitchell Wand" userId="de9b44c55c049659" providerId="LiveId" clId="{97F6A37B-697C-4290-A1B5-0CB4BB45D11B}" dt="2024-09-28T19:20:21.386" v="455" actId="2696"/>
        <pc:sldMkLst>
          <pc:docMk/>
          <pc:sldMk cId="1300815534" sldId="409"/>
        </pc:sldMkLst>
        <pc:spChg chg="mod">
          <ac:chgData name="Mitchell Wand" userId="de9b44c55c049659" providerId="LiveId" clId="{97F6A37B-697C-4290-A1B5-0CB4BB45D11B}" dt="2024-09-28T19:06:38.989" v="325" actId="20577"/>
          <ac:spMkLst>
            <pc:docMk/>
            <pc:sldMk cId="1300815534" sldId="409"/>
            <ac:spMk id="2" creationId="{EC7AAF55-F173-6723-9BF6-CDDFE70A2646}"/>
          </ac:spMkLst>
        </pc:spChg>
        <pc:spChg chg="mod">
          <ac:chgData name="Mitchell Wand" userId="de9b44c55c049659" providerId="LiveId" clId="{97F6A37B-697C-4290-A1B5-0CB4BB45D11B}" dt="2024-09-28T19:06:10.714" v="317" actId="20577"/>
          <ac:spMkLst>
            <pc:docMk/>
            <pc:sldMk cId="1300815534" sldId="409"/>
            <ac:spMk id="8" creationId="{22329E01-A0DE-C09A-2300-18E4D14553AF}"/>
          </ac:spMkLst>
        </pc:spChg>
      </pc:sldChg>
      <pc:sldChg chg="modSp mod">
        <pc:chgData name="Mitchell Wand" userId="de9b44c55c049659" providerId="LiveId" clId="{97F6A37B-697C-4290-A1B5-0CB4BB45D11B}" dt="2024-09-29T12:56:37.249" v="2696" actId="20577"/>
        <pc:sldMkLst>
          <pc:docMk/>
          <pc:sldMk cId="2875260270" sldId="410"/>
        </pc:sldMkLst>
        <pc:spChg chg="mod">
          <ac:chgData name="Mitchell Wand" userId="de9b44c55c049659" providerId="LiveId" clId="{97F6A37B-697C-4290-A1B5-0CB4BB45D11B}" dt="2024-09-29T12:56:37.249" v="2696" actId="20577"/>
          <ac:spMkLst>
            <pc:docMk/>
            <pc:sldMk cId="2875260270" sldId="410"/>
            <ac:spMk id="4" creationId="{82A9C48E-EA24-D8A7-AE1A-2AD428607895}"/>
          </ac:spMkLst>
        </pc:spChg>
        <pc:spChg chg="mod">
          <ac:chgData name="Mitchell Wand" userId="de9b44c55c049659" providerId="LiveId" clId="{97F6A37B-697C-4290-A1B5-0CB4BB45D11B}" dt="2024-09-28T19:20:03.301" v="454"/>
          <ac:spMkLst>
            <pc:docMk/>
            <pc:sldMk cId="2875260270" sldId="410"/>
            <ac:spMk id="7" creationId="{5EE925B8-2FA7-1F24-33B0-832E9A2469C0}"/>
          </ac:spMkLst>
        </pc:spChg>
      </pc:sldChg>
      <pc:sldChg chg="modSp mod">
        <pc:chgData name="Mitchell Wand" userId="de9b44c55c049659" providerId="LiveId" clId="{97F6A37B-697C-4290-A1B5-0CB4BB45D11B}" dt="2024-09-28T20:28:47.887" v="657" actId="20577"/>
        <pc:sldMkLst>
          <pc:docMk/>
          <pc:sldMk cId="3178519261" sldId="416"/>
        </pc:sldMkLst>
        <pc:spChg chg="mod">
          <ac:chgData name="Mitchell Wand" userId="de9b44c55c049659" providerId="LiveId" clId="{97F6A37B-697C-4290-A1B5-0CB4BB45D11B}" dt="2024-09-28T20:28:47.887" v="657" actId="20577"/>
          <ac:spMkLst>
            <pc:docMk/>
            <pc:sldMk cId="3178519261" sldId="416"/>
            <ac:spMk id="5" creationId="{648A590C-EAEA-35A2-9F4C-15A8DD29B6BE}"/>
          </ac:spMkLst>
        </pc:spChg>
      </pc:sldChg>
      <pc:sldChg chg="modSp mod">
        <pc:chgData name="Mitchell Wand" userId="de9b44c55c049659" providerId="LiveId" clId="{97F6A37B-697C-4290-A1B5-0CB4BB45D11B}" dt="2024-09-29T11:38:50.962" v="726" actId="20577"/>
        <pc:sldMkLst>
          <pc:docMk/>
          <pc:sldMk cId="3248419483" sldId="421"/>
        </pc:sldMkLst>
        <pc:spChg chg="mod">
          <ac:chgData name="Mitchell Wand" userId="de9b44c55c049659" providerId="LiveId" clId="{97F6A37B-697C-4290-A1B5-0CB4BB45D11B}" dt="2024-09-29T11:38:50.962" v="726" actId="20577"/>
          <ac:spMkLst>
            <pc:docMk/>
            <pc:sldMk cId="3248419483" sldId="421"/>
            <ac:spMk id="3" creationId="{98FC7662-3EE7-92E8-8427-76E9027BE025}"/>
          </ac:spMkLst>
        </pc:spChg>
      </pc:sldChg>
      <pc:sldChg chg="del">
        <pc:chgData name="Mitchell Wand" userId="de9b44c55c049659" providerId="LiveId" clId="{97F6A37B-697C-4290-A1B5-0CB4BB45D11B}" dt="2024-09-29T11:37:27.397" v="663" actId="2696"/>
        <pc:sldMkLst>
          <pc:docMk/>
          <pc:sldMk cId="3918795189" sldId="422"/>
        </pc:sldMkLst>
      </pc:sldChg>
      <pc:sldChg chg="del">
        <pc:chgData name="Mitchell Wand" userId="de9b44c55c049659" providerId="LiveId" clId="{97F6A37B-697C-4290-A1B5-0CB4BB45D11B}" dt="2024-09-29T11:44:15.611" v="749" actId="2696"/>
        <pc:sldMkLst>
          <pc:docMk/>
          <pc:sldMk cId="3756781712" sldId="423"/>
        </pc:sldMkLst>
      </pc:sldChg>
      <pc:sldChg chg="modSp mod">
        <pc:chgData name="Mitchell Wand" userId="de9b44c55c049659" providerId="LiveId" clId="{97F6A37B-697C-4290-A1B5-0CB4BB45D11B}" dt="2024-09-29T11:50:45.417" v="770" actId="14100"/>
        <pc:sldMkLst>
          <pc:docMk/>
          <pc:sldMk cId="3886866829" sldId="424"/>
        </pc:sldMkLst>
        <pc:spChg chg="mod">
          <ac:chgData name="Mitchell Wand" userId="de9b44c55c049659" providerId="LiveId" clId="{97F6A37B-697C-4290-A1B5-0CB4BB45D11B}" dt="2024-09-29T11:46:07.898" v="755" actId="13926"/>
          <ac:spMkLst>
            <pc:docMk/>
            <pc:sldMk cId="3886866829" sldId="424"/>
            <ac:spMk id="4" creationId="{9C19FF8C-A42C-CC34-EA75-79137BA17575}"/>
          </ac:spMkLst>
        </pc:spChg>
        <pc:spChg chg="mod">
          <ac:chgData name="Mitchell Wand" userId="de9b44c55c049659" providerId="LiveId" clId="{97F6A37B-697C-4290-A1B5-0CB4BB45D11B}" dt="2024-09-29T11:50:45.417" v="770" actId="14100"/>
          <ac:spMkLst>
            <pc:docMk/>
            <pc:sldMk cId="3886866829" sldId="424"/>
            <ac:spMk id="5" creationId="{71476609-2237-3E45-225B-93A1772E4FA5}"/>
          </ac:spMkLst>
        </pc:spChg>
      </pc:sldChg>
      <pc:sldChg chg="modSp del mod">
        <pc:chgData name="Mitchell Wand" userId="de9b44c55c049659" providerId="LiveId" clId="{97F6A37B-697C-4290-A1B5-0CB4BB45D11B}" dt="2024-09-28T18:32:02.691" v="93" actId="47"/>
        <pc:sldMkLst>
          <pc:docMk/>
          <pc:sldMk cId="4009855822" sldId="428"/>
        </pc:sldMkLst>
        <pc:spChg chg="mod">
          <ac:chgData name="Mitchell Wand" userId="de9b44c55c049659" providerId="LiveId" clId="{97F6A37B-697C-4290-A1B5-0CB4BB45D11B}" dt="2024-09-28T18:29:48.866" v="53" actId="20577"/>
          <ac:spMkLst>
            <pc:docMk/>
            <pc:sldMk cId="4009855822" sldId="428"/>
            <ac:spMk id="2" creationId="{DE0B8C4F-61BB-84AA-AB6D-424C8C30EDD9}"/>
          </ac:spMkLst>
        </pc:spChg>
      </pc:sldChg>
      <pc:sldChg chg="addSp modSp mod">
        <pc:chgData name="Mitchell Wand" userId="de9b44c55c049659" providerId="LiveId" clId="{97F6A37B-697C-4290-A1B5-0CB4BB45D11B}" dt="2024-09-29T13:01:24.739" v="2809" actId="20577"/>
        <pc:sldMkLst>
          <pc:docMk/>
          <pc:sldMk cId="2918518263" sldId="430"/>
        </pc:sldMkLst>
        <pc:spChg chg="mod">
          <ac:chgData name="Mitchell Wand" userId="de9b44c55c049659" providerId="LiveId" clId="{97F6A37B-697C-4290-A1B5-0CB4BB45D11B}" dt="2024-09-29T13:01:24.739" v="2809" actId="20577"/>
          <ac:spMkLst>
            <pc:docMk/>
            <pc:sldMk cId="2918518263" sldId="430"/>
            <ac:spMk id="2" creationId="{1BC3DCDF-2778-E0E5-1331-9B499E72464D}"/>
          </ac:spMkLst>
        </pc:spChg>
        <pc:spChg chg="mod">
          <ac:chgData name="Mitchell Wand" userId="de9b44c55c049659" providerId="LiveId" clId="{97F6A37B-697C-4290-A1B5-0CB4BB45D11B}" dt="2024-09-28T20:25:20.719" v="637" actId="1076"/>
          <ac:spMkLst>
            <pc:docMk/>
            <pc:sldMk cId="2918518263" sldId="430"/>
            <ac:spMk id="4" creationId="{38A20681-AC1C-154F-001D-174239530F7B}"/>
          </ac:spMkLst>
        </pc:spChg>
        <pc:spChg chg="add mod">
          <ac:chgData name="Mitchell Wand" userId="de9b44c55c049659" providerId="LiveId" clId="{97F6A37B-697C-4290-A1B5-0CB4BB45D11B}" dt="2024-09-29T13:00:37.761" v="2756" actId="207"/>
          <ac:spMkLst>
            <pc:docMk/>
            <pc:sldMk cId="2918518263" sldId="430"/>
            <ac:spMk id="5" creationId="{933251D3-BC7F-D933-DCBD-63E02BFFF12B}"/>
          </ac:spMkLst>
        </pc:spChg>
        <pc:spChg chg="add mod">
          <ac:chgData name="Mitchell Wand" userId="de9b44c55c049659" providerId="LiveId" clId="{97F6A37B-697C-4290-A1B5-0CB4BB45D11B}" dt="2024-09-29T13:00:42.762" v="2757" actId="1076"/>
          <ac:spMkLst>
            <pc:docMk/>
            <pc:sldMk cId="2918518263" sldId="430"/>
            <ac:spMk id="6" creationId="{01568298-CD37-392D-5199-F2CB224B1AFB}"/>
          </ac:spMkLst>
        </pc:spChg>
      </pc:sldChg>
      <pc:sldChg chg="modSp mod">
        <pc:chgData name="Mitchell Wand" userId="de9b44c55c049659" providerId="LiveId" clId="{97F6A37B-697C-4290-A1B5-0CB4BB45D11B}" dt="2024-09-29T12:45:39.565" v="2422" actId="207"/>
        <pc:sldMkLst>
          <pc:docMk/>
          <pc:sldMk cId="2074273268" sldId="431"/>
        </pc:sldMkLst>
        <pc:spChg chg="mod">
          <ac:chgData name="Mitchell Wand" userId="de9b44c55c049659" providerId="LiveId" clId="{97F6A37B-697C-4290-A1B5-0CB4BB45D11B}" dt="2024-09-29T12:45:39.565" v="2422" actId="207"/>
          <ac:spMkLst>
            <pc:docMk/>
            <pc:sldMk cId="2074273268" sldId="431"/>
            <ac:spMk id="3" creationId="{9BEC0C84-159D-289A-AB37-71EDCED09F3D}"/>
          </ac:spMkLst>
        </pc:spChg>
      </pc:sldChg>
      <pc:sldChg chg="del">
        <pc:chgData name="Mitchell Wand" userId="de9b44c55c049659" providerId="LiveId" clId="{97F6A37B-697C-4290-A1B5-0CB4BB45D11B}" dt="2024-09-28T18:17:57.969" v="0" actId="2696"/>
        <pc:sldMkLst>
          <pc:docMk/>
          <pc:sldMk cId="982163746" sldId="432"/>
        </pc:sldMkLst>
      </pc:sldChg>
      <pc:sldChg chg="del">
        <pc:chgData name="Mitchell Wand" userId="de9b44c55c049659" providerId="LiveId" clId="{97F6A37B-697C-4290-A1B5-0CB4BB45D11B}" dt="2024-09-29T12:40:43.822" v="2324" actId="2696"/>
        <pc:sldMkLst>
          <pc:docMk/>
          <pc:sldMk cId="413003471" sldId="434"/>
        </pc:sldMkLst>
      </pc:sldChg>
      <pc:sldChg chg="modSp mod">
        <pc:chgData name="Mitchell Wand" userId="de9b44c55c049659" providerId="LiveId" clId="{97F6A37B-697C-4290-A1B5-0CB4BB45D11B}" dt="2024-09-28T20:31:45.775" v="662" actId="1076"/>
        <pc:sldMkLst>
          <pc:docMk/>
          <pc:sldMk cId="1723044947" sldId="436"/>
        </pc:sldMkLst>
        <pc:spChg chg="mod">
          <ac:chgData name="Mitchell Wand" userId="de9b44c55c049659" providerId="LiveId" clId="{97F6A37B-697C-4290-A1B5-0CB4BB45D11B}" dt="2024-09-28T20:31:45.775" v="662" actId="1076"/>
          <ac:spMkLst>
            <pc:docMk/>
            <pc:sldMk cId="1723044947" sldId="436"/>
            <ac:spMk id="9" creationId="{CCBF80F9-908A-4548-59F0-7C33A786DBE6}"/>
          </ac:spMkLst>
        </pc:spChg>
      </pc:sldChg>
      <pc:sldChg chg="addSp modSp add mod modAnim">
        <pc:chgData name="Mitchell Wand" userId="de9b44c55c049659" providerId="LiveId" clId="{97F6A37B-697C-4290-A1B5-0CB4BB45D11B}" dt="2024-09-29T12:55:28.648" v="2684"/>
        <pc:sldMkLst>
          <pc:docMk/>
          <pc:sldMk cId="3230133504" sldId="439"/>
        </pc:sldMkLst>
        <pc:spChg chg="mod">
          <ac:chgData name="Mitchell Wand" userId="de9b44c55c049659" providerId="LiveId" clId="{97F6A37B-697C-4290-A1B5-0CB4BB45D11B}" dt="2024-09-29T12:52:04.710" v="2580" actId="20577"/>
          <ac:spMkLst>
            <pc:docMk/>
            <pc:sldMk cId="3230133504" sldId="439"/>
            <ac:spMk id="2" creationId="{DE0B8C4F-61BB-84AA-AB6D-424C8C30EDD9}"/>
          </ac:spMkLst>
        </pc:spChg>
        <pc:spChg chg="mod">
          <ac:chgData name="Mitchell Wand" userId="de9b44c55c049659" providerId="LiveId" clId="{97F6A37B-697C-4290-A1B5-0CB4BB45D11B}" dt="2024-09-29T12:52:14.395" v="2581" actId="1076"/>
          <ac:spMkLst>
            <pc:docMk/>
            <pc:sldMk cId="3230133504" sldId="439"/>
            <ac:spMk id="3" creationId="{ADE0A4A4-C242-1F63-A215-2BBB08EB5C99}"/>
          </ac:spMkLst>
        </pc:spChg>
        <pc:spChg chg="add mod">
          <ac:chgData name="Mitchell Wand" userId="de9b44c55c049659" providerId="LiveId" clId="{97F6A37B-697C-4290-A1B5-0CB4BB45D11B}" dt="2024-09-28T18:31:29.339" v="91" actId="20577"/>
          <ac:spMkLst>
            <pc:docMk/>
            <pc:sldMk cId="3230133504" sldId="439"/>
            <ac:spMk id="5" creationId="{C311049F-6336-5CD1-A77B-E82E4C81F095}"/>
          </ac:spMkLst>
        </pc:spChg>
        <pc:spChg chg="mod">
          <ac:chgData name="Mitchell Wand" userId="de9b44c55c049659" providerId="LiveId" clId="{97F6A37B-697C-4290-A1B5-0CB4BB45D11B}" dt="2024-09-28T18:30:18.884" v="54" actId="13926"/>
          <ac:spMkLst>
            <pc:docMk/>
            <pc:sldMk cId="3230133504" sldId="439"/>
            <ac:spMk id="6" creationId="{EF1F3BB2-2BC7-BE36-D551-F7C0BF68C652}"/>
          </ac:spMkLst>
        </pc:spChg>
        <pc:spChg chg="mod">
          <ac:chgData name="Mitchell Wand" userId="de9b44c55c049659" providerId="LiveId" clId="{97F6A37B-697C-4290-A1B5-0CB4BB45D11B}" dt="2024-09-28T18:28:51.409" v="47" actId="1076"/>
          <ac:spMkLst>
            <pc:docMk/>
            <pc:sldMk cId="3230133504" sldId="439"/>
            <ac:spMk id="7" creationId="{80E88B98-44E2-F437-AED9-1D3AF86B50E5}"/>
          </ac:spMkLst>
        </pc:spChg>
        <pc:spChg chg="mod">
          <ac:chgData name="Mitchell Wand" userId="de9b44c55c049659" providerId="LiveId" clId="{97F6A37B-697C-4290-A1B5-0CB4BB45D11B}" dt="2024-09-28T18:28:58.637" v="48" actId="1076"/>
          <ac:spMkLst>
            <pc:docMk/>
            <pc:sldMk cId="3230133504" sldId="439"/>
            <ac:spMk id="8" creationId="{7E4D0137-04F4-5781-9C61-3353F1EA56B6}"/>
          </ac:spMkLst>
        </pc:spChg>
        <pc:spChg chg="add mod">
          <ac:chgData name="Mitchell Wand" userId="de9b44c55c049659" providerId="LiveId" clId="{97F6A37B-697C-4290-A1B5-0CB4BB45D11B}" dt="2024-09-29T12:53:13.080" v="2582"/>
          <ac:spMkLst>
            <pc:docMk/>
            <pc:sldMk cId="3230133504" sldId="439"/>
            <ac:spMk id="9" creationId="{0B01FC30-4B61-1805-7A13-96C66C032CFD}"/>
          </ac:spMkLst>
        </pc:spChg>
        <pc:spChg chg="add mod">
          <ac:chgData name="Mitchell Wand" userId="de9b44c55c049659" providerId="LiveId" clId="{97F6A37B-697C-4290-A1B5-0CB4BB45D11B}" dt="2024-09-29T12:55:15.953" v="2683" actId="5793"/>
          <ac:spMkLst>
            <pc:docMk/>
            <pc:sldMk cId="3230133504" sldId="439"/>
            <ac:spMk id="10" creationId="{E90805E3-E9DC-6877-3655-274D71B10D8A}"/>
          </ac:spMkLst>
        </pc:spChg>
      </pc:sldChg>
      <pc:sldChg chg="addSp delSp modSp add mod">
        <pc:chgData name="Mitchell Wand" userId="de9b44c55c049659" providerId="LiveId" clId="{97F6A37B-697C-4290-A1B5-0CB4BB45D11B}" dt="2024-09-28T19:18:29.008" v="453" actId="13926"/>
        <pc:sldMkLst>
          <pc:docMk/>
          <pc:sldMk cId="3510176777" sldId="440"/>
        </pc:sldMkLst>
        <pc:spChg chg="add mod">
          <ac:chgData name="Mitchell Wand" userId="de9b44c55c049659" providerId="LiveId" clId="{97F6A37B-697C-4290-A1B5-0CB4BB45D11B}" dt="2024-09-28T19:18:29.008" v="453" actId="13926"/>
          <ac:spMkLst>
            <pc:docMk/>
            <pc:sldMk cId="3510176777" sldId="440"/>
            <ac:spMk id="4" creationId="{9EA4E006-25D5-E03A-0B14-A6071231335B}"/>
          </ac:spMkLst>
        </pc:spChg>
        <pc:spChg chg="mod">
          <ac:chgData name="Mitchell Wand" userId="de9b44c55c049659" providerId="LiveId" clId="{97F6A37B-697C-4290-A1B5-0CB4BB45D11B}" dt="2024-09-28T19:17:59.067" v="451" actId="13926"/>
          <ac:spMkLst>
            <pc:docMk/>
            <pc:sldMk cId="3510176777" sldId="440"/>
            <ac:spMk id="5" creationId="{EA395971-F8EE-0339-3040-E89AF057C67A}"/>
          </ac:spMkLst>
        </pc:spChg>
        <pc:spChg chg="del">
          <ac:chgData name="Mitchell Wand" userId="de9b44c55c049659" providerId="LiveId" clId="{97F6A37B-697C-4290-A1B5-0CB4BB45D11B}" dt="2024-09-28T19:10:00.865" v="330" actId="478"/>
          <ac:spMkLst>
            <pc:docMk/>
            <pc:sldMk cId="3510176777" sldId="440"/>
            <ac:spMk id="7" creationId="{B0A0C0BF-058C-D771-52AC-A747548DEE36}"/>
          </ac:spMkLst>
        </pc:spChg>
      </pc:sldChg>
      <pc:sldChg chg="addSp delSp modSp add mod">
        <pc:chgData name="Mitchell Wand" userId="de9b44c55c049659" providerId="LiveId" clId="{97F6A37B-697C-4290-A1B5-0CB4BB45D11B}" dt="2024-09-29T13:01:13.175" v="2790" actId="20577"/>
        <pc:sldMkLst>
          <pc:docMk/>
          <pc:sldMk cId="845014683" sldId="441"/>
        </pc:sldMkLst>
        <pc:spChg chg="mod">
          <ac:chgData name="Mitchell Wand" userId="de9b44c55c049659" providerId="LiveId" clId="{97F6A37B-697C-4290-A1B5-0CB4BB45D11B}" dt="2024-09-29T13:01:13.175" v="2790" actId="20577"/>
          <ac:spMkLst>
            <pc:docMk/>
            <pc:sldMk cId="845014683" sldId="441"/>
            <ac:spMk id="2" creationId="{EF2E17DE-1926-BEE1-9475-D20D8C47DD57}"/>
          </ac:spMkLst>
        </pc:spChg>
        <pc:spChg chg="add mod">
          <ac:chgData name="Mitchell Wand" userId="de9b44c55c049659" providerId="LiveId" clId="{97F6A37B-697C-4290-A1B5-0CB4BB45D11B}" dt="2024-09-29T13:00:25.466" v="2736" actId="207"/>
          <ac:spMkLst>
            <pc:docMk/>
            <pc:sldMk cId="845014683" sldId="441"/>
            <ac:spMk id="4" creationId="{5032C79B-C273-D9E9-9FDD-71FDF4D6AB1F}"/>
          </ac:spMkLst>
        </pc:spChg>
        <pc:spChg chg="del">
          <ac:chgData name="Mitchell Wand" userId="de9b44c55c049659" providerId="LiveId" clId="{97F6A37B-697C-4290-A1B5-0CB4BB45D11B}" dt="2024-09-28T20:13:23.782" v="467" actId="478"/>
          <ac:spMkLst>
            <pc:docMk/>
            <pc:sldMk cId="845014683" sldId="441"/>
            <ac:spMk id="4" creationId="{538D134C-9C56-AD06-B599-8BAAFD7E5333}"/>
          </ac:spMkLst>
        </pc:spChg>
        <pc:spChg chg="del">
          <ac:chgData name="Mitchell Wand" userId="de9b44c55c049659" providerId="LiveId" clId="{97F6A37B-697C-4290-A1B5-0CB4BB45D11B}" dt="2024-09-28T20:13:26.808" v="468" actId="478"/>
          <ac:spMkLst>
            <pc:docMk/>
            <pc:sldMk cId="845014683" sldId="441"/>
            <ac:spMk id="5" creationId="{1EE036FA-D8B3-C86F-93C0-2246C592AAA7}"/>
          </ac:spMkLst>
        </pc:spChg>
        <pc:spChg chg="add mod">
          <ac:chgData name="Mitchell Wand" userId="de9b44c55c049659" providerId="LiveId" clId="{97F6A37B-697C-4290-A1B5-0CB4BB45D11B}" dt="2024-09-29T13:00:49.344" v="2758" actId="1076"/>
          <ac:spMkLst>
            <pc:docMk/>
            <pc:sldMk cId="845014683" sldId="441"/>
            <ac:spMk id="5" creationId="{F2E851EA-7F76-8634-744D-CD4235A71984}"/>
          </ac:spMkLst>
        </pc:spChg>
        <pc:spChg chg="add mod">
          <ac:chgData name="Mitchell Wand" userId="de9b44c55c049659" providerId="LiveId" clId="{97F6A37B-697C-4290-A1B5-0CB4BB45D11B}" dt="2024-09-28T20:20:35.128" v="497"/>
          <ac:spMkLst>
            <pc:docMk/>
            <pc:sldMk cId="845014683" sldId="441"/>
            <ac:spMk id="6" creationId="{53B9895B-9699-AD97-BAF2-AE03A8242EC8}"/>
          </ac:spMkLst>
        </pc:spChg>
        <pc:cxnChg chg="del">
          <ac:chgData name="Mitchell Wand" userId="de9b44c55c049659" providerId="LiveId" clId="{97F6A37B-697C-4290-A1B5-0CB4BB45D11B}" dt="2024-09-28T20:13:28.707" v="469" actId="478"/>
          <ac:cxnSpMkLst>
            <pc:docMk/>
            <pc:sldMk cId="845014683" sldId="441"/>
            <ac:cxnSpMk id="8" creationId="{4A53893B-46A0-9D50-AC5B-E1F398ECB735}"/>
          </ac:cxnSpMkLst>
        </pc:cxnChg>
      </pc:sldChg>
      <pc:sldChg chg="addSp delSp modSp new mod modClrScheme chgLayout">
        <pc:chgData name="Mitchell Wand" userId="de9b44c55c049659" providerId="LiveId" clId="{97F6A37B-697C-4290-A1B5-0CB4BB45D11B}" dt="2024-09-29T11:44:05.432" v="748"/>
        <pc:sldMkLst>
          <pc:docMk/>
          <pc:sldMk cId="2139498976" sldId="442"/>
        </pc:sldMkLst>
        <pc:spChg chg="del mod ord">
          <ac:chgData name="Mitchell Wand" userId="de9b44c55c049659" providerId="LiveId" clId="{97F6A37B-697C-4290-A1B5-0CB4BB45D11B}" dt="2024-09-29T11:42:58.227" v="728" actId="700"/>
          <ac:spMkLst>
            <pc:docMk/>
            <pc:sldMk cId="2139498976" sldId="442"/>
            <ac:spMk id="2" creationId="{CD5BA393-C259-17CE-C558-170F8924CEA7}"/>
          </ac:spMkLst>
        </pc:spChg>
        <pc:spChg chg="del">
          <ac:chgData name="Mitchell Wand" userId="de9b44c55c049659" providerId="LiveId" clId="{97F6A37B-697C-4290-A1B5-0CB4BB45D11B}" dt="2024-09-29T11:42:58.227" v="728" actId="700"/>
          <ac:spMkLst>
            <pc:docMk/>
            <pc:sldMk cId="2139498976" sldId="442"/>
            <ac:spMk id="3" creationId="{E578956A-8C2C-415A-F41A-9F8E1E25A0BC}"/>
          </ac:spMkLst>
        </pc:spChg>
        <pc:spChg chg="mod ord">
          <ac:chgData name="Mitchell Wand" userId="de9b44c55c049659" providerId="LiveId" clId="{97F6A37B-697C-4290-A1B5-0CB4BB45D11B}" dt="2024-09-29T11:42:58.227" v="728" actId="700"/>
          <ac:spMkLst>
            <pc:docMk/>
            <pc:sldMk cId="2139498976" sldId="442"/>
            <ac:spMk id="4" creationId="{70B8467F-F4A0-45BB-A845-66F6FFA3CE4A}"/>
          </ac:spMkLst>
        </pc:spChg>
        <pc:spChg chg="add mod ord">
          <ac:chgData name="Mitchell Wand" userId="de9b44c55c049659" providerId="LiveId" clId="{97F6A37B-697C-4290-A1B5-0CB4BB45D11B}" dt="2024-09-29T11:43:38.862" v="746" actId="20577"/>
          <ac:spMkLst>
            <pc:docMk/>
            <pc:sldMk cId="2139498976" sldId="442"/>
            <ac:spMk id="5" creationId="{0A516187-8E7F-1AFA-DEC3-356B82A2FC2E}"/>
          </ac:spMkLst>
        </pc:spChg>
        <pc:spChg chg="add mod">
          <ac:chgData name="Mitchell Wand" userId="de9b44c55c049659" providerId="LiveId" clId="{97F6A37B-697C-4290-A1B5-0CB4BB45D11B}" dt="2024-09-29T11:44:05.432" v="748"/>
          <ac:spMkLst>
            <pc:docMk/>
            <pc:sldMk cId="2139498976" sldId="442"/>
            <ac:spMk id="6" creationId="{8B8EFFB5-9269-EBC4-4CFE-D72A2DDA5A48}"/>
          </ac:spMkLst>
        </pc:spChg>
      </pc:sldChg>
      <pc:sldChg chg="addSp modSp new mod">
        <pc:chgData name="Mitchell Wand" userId="de9b44c55c049659" providerId="LiveId" clId="{97F6A37B-697C-4290-A1B5-0CB4BB45D11B}" dt="2024-09-29T12:02:09.747" v="1030" actId="14100"/>
        <pc:sldMkLst>
          <pc:docMk/>
          <pc:sldMk cId="1365940729" sldId="443"/>
        </pc:sldMkLst>
        <pc:spChg chg="mod">
          <ac:chgData name="Mitchell Wand" userId="de9b44c55c049659" providerId="LiveId" clId="{97F6A37B-697C-4290-A1B5-0CB4BB45D11B}" dt="2024-09-29T11:53:53.861" v="811"/>
          <ac:spMkLst>
            <pc:docMk/>
            <pc:sldMk cId="1365940729" sldId="443"/>
            <ac:spMk id="2" creationId="{2840AEED-0AC0-B463-F5F5-C37BCE1E4173}"/>
          </ac:spMkLst>
        </pc:spChg>
        <pc:spChg chg="add mod">
          <ac:chgData name="Mitchell Wand" userId="de9b44c55c049659" providerId="LiveId" clId="{97F6A37B-697C-4290-A1B5-0CB4BB45D11B}" dt="2024-09-29T11:54:22.183" v="815" actId="255"/>
          <ac:spMkLst>
            <pc:docMk/>
            <pc:sldMk cId="1365940729" sldId="443"/>
            <ac:spMk id="5" creationId="{F9EE0529-3E67-D3E3-3725-EE5BD7DD0CB6}"/>
          </ac:spMkLst>
        </pc:spChg>
        <pc:spChg chg="add mod">
          <ac:chgData name="Mitchell Wand" userId="de9b44c55c049659" providerId="LiveId" clId="{97F6A37B-697C-4290-A1B5-0CB4BB45D11B}" dt="2024-09-29T11:55:58.875" v="874" actId="207"/>
          <ac:spMkLst>
            <pc:docMk/>
            <pc:sldMk cId="1365940729" sldId="443"/>
            <ac:spMk id="6" creationId="{F088365B-7BF2-B010-8D30-EA8390B05A6F}"/>
          </ac:spMkLst>
        </pc:spChg>
        <pc:spChg chg="add mod">
          <ac:chgData name="Mitchell Wand" userId="de9b44c55c049659" providerId="LiveId" clId="{97F6A37B-697C-4290-A1B5-0CB4BB45D11B}" dt="2024-09-29T11:56:47.970" v="919" actId="207"/>
          <ac:spMkLst>
            <pc:docMk/>
            <pc:sldMk cId="1365940729" sldId="443"/>
            <ac:spMk id="7" creationId="{9495D0C0-602B-4664-8D53-377A9722E730}"/>
          </ac:spMkLst>
        </pc:spChg>
        <pc:spChg chg="add mod">
          <ac:chgData name="Mitchell Wand" userId="de9b44c55c049659" providerId="LiveId" clId="{97F6A37B-697C-4290-A1B5-0CB4BB45D11B}" dt="2024-09-29T11:58:40.203" v="939" actId="14100"/>
          <ac:spMkLst>
            <pc:docMk/>
            <pc:sldMk cId="1365940729" sldId="443"/>
            <ac:spMk id="8" creationId="{9AF3B6A6-789A-0C4B-809F-E097BC41F314}"/>
          </ac:spMkLst>
        </pc:spChg>
        <pc:spChg chg="add mod">
          <ac:chgData name="Mitchell Wand" userId="de9b44c55c049659" providerId="LiveId" clId="{97F6A37B-697C-4290-A1B5-0CB4BB45D11B}" dt="2024-09-29T11:58:54.548" v="948" actId="20577"/>
          <ac:spMkLst>
            <pc:docMk/>
            <pc:sldMk cId="1365940729" sldId="443"/>
            <ac:spMk id="9" creationId="{6C486C67-B9FA-D3EB-FB08-ED610A7D8533}"/>
          </ac:spMkLst>
        </pc:spChg>
        <pc:spChg chg="add mod">
          <ac:chgData name="Mitchell Wand" userId="de9b44c55c049659" providerId="LiveId" clId="{97F6A37B-697C-4290-A1B5-0CB4BB45D11B}" dt="2024-09-29T12:02:09.747" v="1030" actId="14100"/>
          <ac:spMkLst>
            <pc:docMk/>
            <pc:sldMk cId="1365940729" sldId="443"/>
            <ac:spMk id="10" creationId="{01A0F8CD-322D-A93E-6FD2-3801CEA9163F}"/>
          </ac:spMkLst>
        </pc:spChg>
      </pc:sldChg>
      <pc:sldChg chg="addSp delSp modSp new mod">
        <pc:chgData name="Mitchell Wand" userId="de9b44c55c049659" providerId="LiveId" clId="{97F6A37B-697C-4290-A1B5-0CB4BB45D11B}" dt="2024-09-29T12:09:28.767" v="1366" actId="20577"/>
        <pc:sldMkLst>
          <pc:docMk/>
          <pc:sldMk cId="1331777955" sldId="444"/>
        </pc:sldMkLst>
        <pc:spChg chg="mod">
          <ac:chgData name="Mitchell Wand" userId="de9b44c55c049659" providerId="LiveId" clId="{97F6A37B-697C-4290-A1B5-0CB4BB45D11B}" dt="2024-09-29T11:59:30.091" v="969" actId="20577"/>
          <ac:spMkLst>
            <pc:docMk/>
            <pc:sldMk cId="1331777955" sldId="444"/>
            <ac:spMk id="2" creationId="{D2B7D55C-2C5C-AA77-EBEE-787C18F26555}"/>
          </ac:spMkLst>
        </pc:spChg>
        <pc:spChg chg="add mod">
          <ac:chgData name="Mitchell Wand" userId="de9b44c55c049659" providerId="LiveId" clId="{97F6A37B-697C-4290-A1B5-0CB4BB45D11B}" dt="2024-09-29T12:02:59.499" v="1048" actId="13926"/>
          <ac:spMkLst>
            <pc:docMk/>
            <pc:sldMk cId="1331777955" sldId="444"/>
            <ac:spMk id="5" creationId="{E804A824-8409-E432-977A-CAD0040727A4}"/>
          </ac:spMkLst>
        </pc:spChg>
        <pc:spChg chg="add del">
          <ac:chgData name="Mitchell Wand" userId="de9b44c55c049659" providerId="LiveId" clId="{97F6A37B-697C-4290-A1B5-0CB4BB45D11B}" dt="2024-09-29T12:00:18.042" v="975" actId="22"/>
          <ac:spMkLst>
            <pc:docMk/>
            <pc:sldMk cId="1331777955" sldId="444"/>
            <ac:spMk id="7" creationId="{AF6A8984-695F-06EE-E82A-F05D291A6CF9}"/>
          </ac:spMkLst>
        </pc:spChg>
        <pc:spChg chg="add mod">
          <ac:chgData name="Mitchell Wand" userId="de9b44c55c049659" providerId="LiveId" clId="{97F6A37B-697C-4290-A1B5-0CB4BB45D11B}" dt="2024-09-29T12:09:28.767" v="1366" actId="20577"/>
          <ac:spMkLst>
            <pc:docMk/>
            <pc:sldMk cId="1331777955" sldId="444"/>
            <ac:spMk id="8" creationId="{9E391A90-C13D-C595-904C-8B0CBC2EA128}"/>
          </ac:spMkLst>
        </pc:spChg>
        <pc:spChg chg="add mod">
          <ac:chgData name="Mitchell Wand" userId="de9b44c55c049659" providerId="LiveId" clId="{97F6A37B-697C-4290-A1B5-0CB4BB45D11B}" dt="2024-09-29T12:02:48.851" v="1047" actId="20577"/>
          <ac:spMkLst>
            <pc:docMk/>
            <pc:sldMk cId="1331777955" sldId="444"/>
            <ac:spMk id="9" creationId="{B95B3968-9737-7ED4-40B6-C1B09C501078}"/>
          </ac:spMkLst>
        </pc:spChg>
      </pc:sldChg>
      <pc:sldChg chg="addSp delSp modSp new mod">
        <pc:chgData name="Mitchell Wand" userId="de9b44c55c049659" providerId="LiveId" clId="{97F6A37B-697C-4290-A1B5-0CB4BB45D11B}" dt="2024-09-29T12:08:02.462" v="1285" actId="20577"/>
        <pc:sldMkLst>
          <pc:docMk/>
          <pc:sldMk cId="3284592360" sldId="445"/>
        </pc:sldMkLst>
        <pc:spChg chg="mod">
          <ac:chgData name="Mitchell Wand" userId="de9b44c55c049659" providerId="LiveId" clId="{97F6A37B-697C-4290-A1B5-0CB4BB45D11B}" dt="2024-09-29T12:08:02.462" v="1285" actId="20577"/>
          <ac:spMkLst>
            <pc:docMk/>
            <pc:sldMk cId="3284592360" sldId="445"/>
            <ac:spMk id="2" creationId="{1C06E5B2-968B-8BE5-6EBB-493428899CFE}"/>
          </ac:spMkLst>
        </pc:spChg>
        <pc:spChg chg="add del mod">
          <ac:chgData name="Mitchell Wand" userId="de9b44c55c049659" providerId="LiveId" clId="{97F6A37B-697C-4290-A1B5-0CB4BB45D11B}" dt="2024-09-29T12:04:41.773" v="1123" actId="22"/>
          <ac:spMkLst>
            <pc:docMk/>
            <pc:sldMk cId="3284592360" sldId="445"/>
            <ac:spMk id="5" creationId="{077CED89-A8B8-478D-7031-D440D594255D}"/>
          </ac:spMkLst>
        </pc:spChg>
        <pc:spChg chg="add mod">
          <ac:chgData name="Mitchell Wand" userId="de9b44c55c049659" providerId="LiveId" clId="{97F6A37B-697C-4290-A1B5-0CB4BB45D11B}" dt="2024-09-29T12:05:09.111" v="1126" actId="14100"/>
          <ac:spMkLst>
            <pc:docMk/>
            <pc:sldMk cId="3284592360" sldId="445"/>
            <ac:spMk id="7" creationId="{17C9C9FE-FD83-3831-CB99-ED1B49EF6630}"/>
          </ac:spMkLst>
        </pc:spChg>
        <pc:spChg chg="add mod">
          <ac:chgData name="Mitchell Wand" userId="de9b44c55c049659" providerId="LiveId" clId="{97F6A37B-697C-4290-A1B5-0CB4BB45D11B}" dt="2024-09-29T12:07:46.341" v="1245" actId="1076"/>
          <ac:spMkLst>
            <pc:docMk/>
            <pc:sldMk cId="3284592360" sldId="445"/>
            <ac:spMk id="8" creationId="{1C22FD7D-8B41-D8A4-AC14-114D76E4DB6A}"/>
          </ac:spMkLst>
        </pc:spChg>
      </pc:sldChg>
      <pc:sldChg chg="modSp add del mod">
        <pc:chgData name="Mitchell Wand" userId="de9b44c55c049659" providerId="LiveId" clId="{97F6A37B-697C-4290-A1B5-0CB4BB45D11B}" dt="2024-09-29T12:19:26.941" v="1895" actId="2696"/>
        <pc:sldMkLst>
          <pc:docMk/>
          <pc:sldMk cId="3278129737" sldId="446"/>
        </pc:sldMkLst>
        <pc:spChg chg="mod">
          <ac:chgData name="Mitchell Wand" userId="de9b44c55c049659" providerId="LiveId" clId="{97F6A37B-697C-4290-A1B5-0CB4BB45D11B}" dt="2024-09-29T12:06:38.258" v="1221" actId="20577"/>
          <ac:spMkLst>
            <pc:docMk/>
            <pc:sldMk cId="3278129737" sldId="446"/>
            <ac:spMk id="2" creationId="{1C06E5B2-968B-8BE5-6EBB-493428899CFE}"/>
          </ac:spMkLst>
        </pc:spChg>
      </pc:sldChg>
      <pc:sldChg chg="addSp delSp modSp add mod">
        <pc:chgData name="Mitchell Wand" userId="de9b44c55c049659" providerId="LiveId" clId="{97F6A37B-697C-4290-A1B5-0CB4BB45D11B}" dt="2024-09-29T12:18:49.624" v="1892" actId="1076"/>
        <pc:sldMkLst>
          <pc:docMk/>
          <pc:sldMk cId="3549269080" sldId="447"/>
        </pc:sldMkLst>
        <pc:spChg chg="mod">
          <ac:chgData name="Mitchell Wand" userId="de9b44c55c049659" providerId="LiveId" clId="{97F6A37B-697C-4290-A1B5-0CB4BB45D11B}" dt="2024-09-29T12:08:45.489" v="1351" actId="20577"/>
          <ac:spMkLst>
            <pc:docMk/>
            <pc:sldMk cId="3549269080" sldId="447"/>
            <ac:spMk id="2" creationId="{1C06E5B2-968B-8BE5-6EBB-493428899CFE}"/>
          </ac:spMkLst>
        </pc:spChg>
        <pc:spChg chg="add del mod">
          <ac:chgData name="Mitchell Wand" userId="de9b44c55c049659" providerId="LiveId" clId="{97F6A37B-697C-4290-A1B5-0CB4BB45D11B}" dt="2024-09-29T12:18:44.898" v="1891" actId="478"/>
          <ac:spMkLst>
            <pc:docMk/>
            <pc:sldMk cId="3549269080" sldId="447"/>
            <ac:spMk id="4" creationId="{3F8FC4DD-32BB-C98E-10AC-FD76020E25A1}"/>
          </ac:spMkLst>
        </pc:spChg>
        <pc:spChg chg="add mod">
          <ac:chgData name="Mitchell Wand" userId="de9b44c55c049659" providerId="LiveId" clId="{97F6A37B-697C-4290-A1B5-0CB4BB45D11B}" dt="2024-09-29T12:18:49.624" v="1892" actId="1076"/>
          <ac:spMkLst>
            <pc:docMk/>
            <pc:sldMk cId="3549269080" sldId="447"/>
            <ac:spMk id="5" creationId="{96AA6E47-7F30-B2A1-93D9-42C6C35E96FE}"/>
          </ac:spMkLst>
        </pc:spChg>
        <pc:spChg chg="mod">
          <ac:chgData name="Mitchell Wand" userId="de9b44c55c049659" providerId="LiveId" clId="{97F6A37B-697C-4290-A1B5-0CB4BB45D11B}" dt="2024-09-29T12:11:02.269" v="1426" actId="13926"/>
          <ac:spMkLst>
            <pc:docMk/>
            <pc:sldMk cId="3549269080" sldId="447"/>
            <ac:spMk id="7" creationId="{17C9C9FE-FD83-3831-CB99-ED1B49EF6630}"/>
          </ac:spMkLst>
        </pc:spChg>
        <pc:spChg chg="del">
          <ac:chgData name="Mitchell Wand" userId="de9b44c55c049659" providerId="LiveId" clId="{97F6A37B-697C-4290-A1B5-0CB4BB45D11B}" dt="2024-09-29T12:08:48.893" v="1352" actId="478"/>
          <ac:spMkLst>
            <pc:docMk/>
            <pc:sldMk cId="3549269080" sldId="447"/>
            <ac:spMk id="8" creationId="{1C22FD7D-8B41-D8A4-AC14-114D76E4DB6A}"/>
          </ac:spMkLst>
        </pc:spChg>
      </pc:sldChg>
      <pc:sldChg chg="add del">
        <pc:chgData name="Mitchell Wand" userId="de9b44c55c049659" providerId="LiveId" clId="{97F6A37B-697C-4290-A1B5-0CB4BB45D11B}" dt="2024-09-29T12:19:14.873" v="1894" actId="2696"/>
        <pc:sldMkLst>
          <pc:docMk/>
          <pc:sldMk cId="3099640457" sldId="448"/>
        </pc:sldMkLst>
      </pc:sldChg>
      <pc:sldChg chg="addSp delSp modSp add mod">
        <pc:chgData name="Mitchell Wand" userId="de9b44c55c049659" providerId="LiveId" clId="{97F6A37B-697C-4290-A1B5-0CB4BB45D11B}" dt="2024-09-29T12:19:00.058" v="1893" actId="1076"/>
        <pc:sldMkLst>
          <pc:docMk/>
          <pc:sldMk cId="4174240328" sldId="449"/>
        </pc:sldMkLst>
        <pc:spChg chg="mod">
          <ac:chgData name="Mitchell Wand" userId="de9b44c55c049659" providerId="LiveId" clId="{97F6A37B-697C-4290-A1B5-0CB4BB45D11B}" dt="2024-09-29T12:12:41.965" v="1532" actId="20577"/>
          <ac:spMkLst>
            <pc:docMk/>
            <pc:sldMk cId="4174240328" sldId="449"/>
            <ac:spMk id="2" creationId="{1C06E5B2-968B-8BE5-6EBB-493428899CFE}"/>
          </ac:spMkLst>
        </pc:spChg>
        <pc:spChg chg="add del mod">
          <ac:chgData name="Mitchell Wand" userId="de9b44c55c049659" providerId="LiveId" clId="{97F6A37B-697C-4290-A1B5-0CB4BB45D11B}" dt="2024-09-29T12:14:52.139" v="1590" actId="478"/>
          <ac:spMkLst>
            <pc:docMk/>
            <pc:sldMk cId="4174240328" sldId="449"/>
            <ac:spMk id="4" creationId="{8CA5B4A3-B2B5-A567-519E-92D9463F1EF2}"/>
          </ac:spMkLst>
        </pc:spChg>
        <pc:spChg chg="add mod">
          <ac:chgData name="Mitchell Wand" userId="de9b44c55c049659" providerId="LiveId" clId="{97F6A37B-697C-4290-A1B5-0CB4BB45D11B}" dt="2024-09-29T12:19:00.058" v="1893" actId="1076"/>
          <ac:spMkLst>
            <pc:docMk/>
            <pc:sldMk cId="4174240328" sldId="449"/>
            <ac:spMk id="5" creationId="{5616A082-14B3-F28B-262F-78E20974346B}"/>
          </ac:spMkLst>
        </pc:spChg>
        <pc:spChg chg="del">
          <ac:chgData name="Mitchell Wand" userId="de9b44c55c049659" providerId="LiveId" clId="{97F6A37B-697C-4290-A1B5-0CB4BB45D11B}" dt="2024-09-29T12:12:11.930" v="1429" actId="478"/>
          <ac:spMkLst>
            <pc:docMk/>
            <pc:sldMk cId="4174240328" sldId="449"/>
            <ac:spMk id="8" creationId="{1C22FD7D-8B41-D8A4-AC14-114D76E4DB6A}"/>
          </ac:spMkLst>
        </pc:spChg>
      </pc:sldChg>
      <pc:sldChg chg="addSp delSp modSp new mod modClrScheme modAnim chgLayout">
        <pc:chgData name="Mitchell Wand" userId="de9b44c55c049659" providerId="LiveId" clId="{97F6A37B-697C-4290-A1B5-0CB4BB45D11B}" dt="2024-09-29T12:42:31.677" v="2394" actId="20577"/>
        <pc:sldMkLst>
          <pc:docMk/>
          <pc:sldMk cId="1992267118" sldId="450"/>
        </pc:sldMkLst>
        <pc:spChg chg="del mod ord">
          <ac:chgData name="Mitchell Wand" userId="de9b44c55c049659" providerId="LiveId" clId="{97F6A37B-697C-4290-A1B5-0CB4BB45D11B}" dt="2024-09-29T12:35:52.377" v="2279" actId="700"/>
          <ac:spMkLst>
            <pc:docMk/>
            <pc:sldMk cId="1992267118" sldId="450"/>
            <ac:spMk id="2" creationId="{D431F406-764E-C9D7-C27D-E05318F5386F}"/>
          </ac:spMkLst>
        </pc:spChg>
        <pc:spChg chg="del">
          <ac:chgData name="Mitchell Wand" userId="de9b44c55c049659" providerId="LiveId" clId="{97F6A37B-697C-4290-A1B5-0CB4BB45D11B}" dt="2024-09-29T12:35:52.377" v="2279" actId="700"/>
          <ac:spMkLst>
            <pc:docMk/>
            <pc:sldMk cId="1992267118" sldId="450"/>
            <ac:spMk id="3" creationId="{0963812E-27A5-44BB-0343-C26454894EDF}"/>
          </ac:spMkLst>
        </pc:spChg>
        <pc:spChg chg="mod ord">
          <ac:chgData name="Mitchell Wand" userId="de9b44c55c049659" providerId="LiveId" clId="{97F6A37B-697C-4290-A1B5-0CB4BB45D11B}" dt="2024-09-29T12:35:52.377" v="2279" actId="700"/>
          <ac:spMkLst>
            <pc:docMk/>
            <pc:sldMk cId="1992267118" sldId="450"/>
            <ac:spMk id="4" creationId="{801B11DB-AD1C-D8C8-EFB0-78970496B943}"/>
          </ac:spMkLst>
        </pc:spChg>
        <pc:spChg chg="add mod ord">
          <ac:chgData name="Mitchell Wand" userId="de9b44c55c049659" providerId="LiveId" clId="{97F6A37B-697C-4290-A1B5-0CB4BB45D11B}" dt="2024-09-29T12:36:33.423" v="2314" actId="20577"/>
          <ac:spMkLst>
            <pc:docMk/>
            <pc:sldMk cId="1992267118" sldId="450"/>
            <ac:spMk id="5" creationId="{AAEC50C2-F019-2719-9504-174095EE3318}"/>
          </ac:spMkLst>
        </pc:spChg>
        <pc:spChg chg="add mod">
          <ac:chgData name="Mitchell Wand" userId="de9b44c55c049659" providerId="LiveId" clId="{97F6A37B-697C-4290-A1B5-0CB4BB45D11B}" dt="2024-09-29T12:36:26.158" v="2309" actId="14100"/>
          <ac:spMkLst>
            <pc:docMk/>
            <pc:sldMk cId="1992267118" sldId="450"/>
            <ac:spMk id="7" creationId="{8A7CBD44-2419-AD06-BCE7-5C65643C7BDB}"/>
          </ac:spMkLst>
        </pc:spChg>
        <pc:spChg chg="mod">
          <ac:chgData name="Mitchell Wand" userId="de9b44c55c049659" providerId="LiveId" clId="{97F6A37B-697C-4290-A1B5-0CB4BB45D11B}" dt="2024-09-29T12:38:57.780" v="2319"/>
          <ac:spMkLst>
            <pc:docMk/>
            <pc:sldMk cId="1992267118" sldId="450"/>
            <ac:spMk id="9" creationId="{76D98FCF-2FAB-0C4B-7F97-366B090DB02F}"/>
          </ac:spMkLst>
        </pc:spChg>
        <pc:spChg chg="mod">
          <ac:chgData name="Mitchell Wand" userId="de9b44c55c049659" providerId="LiveId" clId="{97F6A37B-697C-4290-A1B5-0CB4BB45D11B}" dt="2024-09-29T12:38:57.780" v="2319"/>
          <ac:spMkLst>
            <pc:docMk/>
            <pc:sldMk cId="1992267118" sldId="450"/>
            <ac:spMk id="12" creationId="{938FE8E1-1AB7-6D63-0AB0-E9047D01024C}"/>
          </ac:spMkLst>
        </pc:spChg>
        <pc:spChg chg="mod">
          <ac:chgData name="Mitchell Wand" userId="de9b44c55c049659" providerId="LiveId" clId="{97F6A37B-697C-4290-A1B5-0CB4BB45D11B}" dt="2024-09-29T12:38:57.780" v="2319"/>
          <ac:spMkLst>
            <pc:docMk/>
            <pc:sldMk cId="1992267118" sldId="450"/>
            <ac:spMk id="15" creationId="{1472FDE2-C182-834C-5578-CF7305B7EC85}"/>
          </ac:spMkLst>
        </pc:spChg>
        <pc:spChg chg="add mod">
          <ac:chgData name="Mitchell Wand" userId="de9b44c55c049659" providerId="LiveId" clId="{97F6A37B-697C-4290-A1B5-0CB4BB45D11B}" dt="2024-09-29T12:42:31.677" v="2394" actId="20577"/>
          <ac:spMkLst>
            <pc:docMk/>
            <pc:sldMk cId="1992267118" sldId="450"/>
            <ac:spMk id="17" creationId="{02E9B292-A2AE-A15A-C4DD-D810DDF77427}"/>
          </ac:spMkLst>
        </pc:spChg>
        <pc:grpChg chg="add mod">
          <ac:chgData name="Mitchell Wand" userId="de9b44c55c049659" providerId="LiveId" clId="{97F6A37B-697C-4290-A1B5-0CB4BB45D11B}" dt="2024-09-29T12:39:31.733" v="2321" actId="1076"/>
          <ac:grpSpMkLst>
            <pc:docMk/>
            <pc:sldMk cId="1992267118" sldId="450"/>
            <ac:grpSpMk id="8" creationId="{61D80F06-A582-655B-22E0-72CA9162CC78}"/>
          </ac:grpSpMkLst>
        </pc:grpChg>
        <pc:grpChg chg="add mod">
          <ac:chgData name="Mitchell Wand" userId="de9b44c55c049659" providerId="LiveId" clId="{97F6A37B-697C-4290-A1B5-0CB4BB45D11B}" dt="2024-09-29T12:39:38.307" v="2322" actId="1076"/>
          <ac:grpSpMkLst>
            <pc:docMk/>
            <pc:sldMk cId="1992267118" sldId="450"/>
            <ac:grpSpMk id="11" creationId="{9246F114-3C66-0BC2-1A78-C3B440F8EE9E}"/>
          </ac:grpSpMkLst>
        </pc:grpChg>
        <pc:grpChg chg="add mod">
          <ac:chgData name="Mitchell Wand" userId="de9b44c55c049659" providerId="LiveId" clId="{97F6A37B-697C-4290-A1B5-0CB4BB45D11B}" dt="2024-09-29T12:39:16.724" v="2320" actId="1076"/>
          <ac:grpSpMkLst>
            <pc:docMk/>
            <pc:sldMk cId="1992267118" sldId="450"/>
            <ac:grpSpMk id="14" creationId="{3CFFFF60-26FB-DF6E-7F25-26933940FFF9}"/>
          </ac:grpSpMkLst>
        </pc:grpChg>
        <pc:cxnChg chg="mod">
          <ac:chgData name="Mitchell Wand" userId="de9b44c55c049659" providerId="LiveId" clId="{97F6A37B-697C-4290-A1B5-0CB4BB45D11B}" dt="2024-09-29T12:38:57.780" v="2319"/>
          <ac:cxnSpMkLst>
            <pc:docMk/>
            <pc:sldMk cId="1992267118" sldId="450"/>
            <ac:cxnSpMk id="10" creationId="{63FBB70A-62F2-8A75-42C9-F6F3CBB0804A}"/>
          </ac:cxnSpMkLst>
        </pc:cxnChg>
        <pc:cxnChg chg="mod">
          <ac:chgData name="Mitchell Wand" userId="de9b44c55c049659" providerId="LiveId" clId="{97F6A37B-697C-4290-A1B5-0CB4BB45D11B}" dt="2024-09-29T12:38:57.780" v="2319"/>
          <ac:cxnSpMkLst>
            <pc:docMk/>
            <pc:sldMk cId="1992267118" sldId="450"/>
            <ac:cxnSpMk id="13" creationId="{B2D1B8A2-CA8B-5EE9-A8BD-C2D0FF573708}"/>
          </ac:cxnSpMkLst>
        </pc:cxnChg>
        <pc:cxnChg chg="mod">
          <ac:chgData name="Mitchell Wand" userId="de9b44c55c049659" providerId="LiveId" clId="{97F6A37B-697C-4290-A1B5-0CB4BB45D11B}" dt="2024-09-29T12:38:57.780" v="2319"/>
          <ac:cxnSpMkLst>
            <pc:docMk/>
            <pc:sldMk cId="1992267118" sldId="450"/>
            <ac:cxnSpMk id="16" creationId="{EB5ED9D2-7679-AD17-26AB-134DAF34D0E8}"/>
          </ac:cxnSpMkLst>
        </pc:cxnChg>
      </pc:sldChg>
      <pc:sldChg chg="add ord modNotes">
        <pc:chgData name="Mitchell Wand" userId="de9b44c55c049659" providerId="LiveId" clId="{97F6A37B-697C-4290-A1B5-0CB4BB45D11B}" dt="2024-09-29T12:43:05.408" v="2396"/>
        <pc:sldMkLst>
          <pc:docMk/>
          <pc:sldMk cId="3754954376" sldId="537"/>
        </pc:sldMkLst>
      </pc:sldChg>
      <pc:sldChg chg="modSp new mod">
        <pc:chgData name="Mitchell Wand" userId="de9b44c55c049659" providerId="LiveId" clId="{97F6A37B-697C-4290-A1B5-0CB4BB45D11B}" dt="2024-09-29T16:06:05.712" v="2830" actId="20577"/>
        <pc:sldMkLst>
          <pc:docMk/>
          <pc:sldMk cId="409711853" sldId="538"/>
        </pc:sldMkLst>
        <pc:spChg chg="mod">
          <ac:chgData name="Mitchell Wand" userId="de9b44c55c049659" providerId="LiveId" clId="{97F6A37B-697C-4290-A1B5-0CB4BB45D11B}" dt="2024-09-29T16:06:05.712" v="2830" actId="20577"/>
          <ac:spMkLst>
            <pc:docMk/>
            <pc:sldMk cId="409711853" sldId="538"/>
            <ac:spMk id="2" creationId="{F5C6FDF5-81CD-4A4A-0A9A-CF58B2A7DAB3}"/>
          </ac:spMkLst>
        </pc:spChg>
      </pc:sldChg>
      <pc:sldChg chg="add del">
        <pc:chgData name="Mitchell Wand" userId="de9b44c55c049659" providerId="LiveId" clId="{97F6A37B-697C-4290-A1B5-0CB4BB45D11B}" dt="2024-09-29T13:00:03.312" v="2708" actId="2696"/>
        <pc:sldMkLst>
          <pc:docMk/>
          <pc:sldMk cId="3990952821" sldId="538"/>
        </pc:sldMkLst>
      </pc:sldChg>
      <pc:sldChg chg="modSp new mod">
        <pc:chgData name="Mitchell Wand" userId="de9b44c55c049659" providerId="LiveId" clId="{97F6A37B-697C-4290-A1B5-0CB4BB45D11B}" dt="2024-09-29T16:06:49.491" v="2858" actId="20577"/>
        <pc:sldMkLst>
          <pc:docMk/>
          <pc:sldMk cId="3589980470" sldId="539"/>
        </pc:sldMkLst>
        <pc:spChg chg="mod">
          <ac:chgData name="Mitchell Wand" userId="de9b44c55c049659" providerId="LiveId" clId="{97F6A37B-697C-4290-A1B5-0CB4BB45D11B}" dt="2024-09-29T16:06:49.491" v="2858" actId="20577"/>
          <ac:spMkLst>
            <pc:docMk/>
            <pc:sldMk cId="3589980470" sldId="539"/>
            <ac:spMk id="2" creationId="{26420DD3-2520-341E-73CC-DBEAAF3A3038}"/>
          </ac:spMkLst>
        </pc:spChg>
      </pc:sldChg>
      <pc:sldChg chg="modSp new mod">
        <pc:chgData name="Mitchell Wand" userId="de9b44c55c049659" providerId="LiveId" clId="{97F6A37B-697C-4290-A1B5-0CB4BB45D11B}" dt="2024-09-29T16:08:18.407" v="2941" actId="20577"/>
        <pc:sldMkLst>
          <pc:docMk/>
          <pc:sldMk cId="2308735133" sldId="540"/>
        </pc:sldMkLst>
        <pc:spChg chg="mod">
          <ac:chgData name="Mitchell Wand" userId="de9b44c55c049659" providerId="LiveId" clId="{97F6A37B-697C-4290-A1B5-0CB4BB45D11B}" dt="2024-09-29T16:08:18.407" v="2941" actId="20577"/>
          <ac:spMkLst>
            <pc:docMk/>
            <pc:sldMk cId="2308735133" sldId="540"/>
            <ac:spMk id="2" creationId="{B15EAF94-963D-F2B7-037D-567B2D0A9AC5}"/>
          </ac:spMkLst>
        </pc:spChg>
      </pc:sldChg>
      <pc:sldMasterChg chg="mod">
        <pc:chgData name="Mitchell Wand" userId="de9b44c55c049659" providerId="LiveId" clId="{97F6A37B-697C-4290-A1B5-0CB4BB45D11B}" dt="2024-10-15T02:04:00.822" v="2943" actId="6014"/>
        <pc:sldMasterMkLst>
          <pc:docMk/>
          <pc:sldMasterMk cId="0" sldId="2147483648"/>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Module06: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imaginary external clock.  Let's look at the different pieces  of the useEffect.</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 real example.  We build a listener.   Then, the first time this component is displayed, we add this listener to the clock, thereby connecting the component.  The rest of the component can see the local time by checking the '</a:t>
            </a:r>
            <a:r>
              <a:rPr lang="en-US" dirty="0" err="1"/>
              <a:t>localTime</a:t>
            </a:r>
            <a:r>
              <a:rPr lang="en-US" dirty="0"/>
              <a:t>' variable.</a:t>
            </a:r>
          </a:p>
          <a:p>
            <a:endParaRPr lang="en-US" dirty="0"/>
          </a:p>
          <a:p>
            <a:r>
              <a:rPr lang="en-US" dirty="0"/>
              <a:t>When the component dismounts, we tell the clock to release the listener.  </a:t>
            </a:r>
          </a:p>
        </p:txBody>
      </p:sp>
    </p:spTree>
    <p:extLst>
      <p:ext uri="{BB962C8B-B14F-4D97-AF65-F5344CB8AC3E}">
        <p14:creationId xmlns:p14="http://schemas.microsoft.com/office/powerpoint/2010/main" val="5508649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Let's look at this in action.</a:t>
            </a:r>
          </a:p>
          <a:p>
            <a:r>
              <a:rPr lang="en-US" dirty="0"/>
              <a:t>&lt;Demo&gt; Observe that the clocks agree about the time and they count by themselves.  </a:t>
            </a:r>
          </a:p>
          <a:p>
            <a:endParaRPr lang="en-US" dirty="0"/>
          </a:p>
          <a:p>
            <a:r>
              <a:rPr lang="en-US" dirty="0"/>
              <a:t>Let’s see how this is accomplished.</a:t>
            </a:r>
          </a:p>
        </p:txBody>
      </p:sp>
    </p:spTree>
    <p:extLst>
      <p:ext uri="{BB962C8B-B14F-4D97-AF65-F5344CB8AC3E}">
        <p14:creationId xmlns:p14="http://schemas.microsoft.com/office/powerpoint/2010/main" val="1078673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Our clock will use a listener pattern.   In this version of the pattern, the listener is a function that takes no arguments and returns void.  Presumably calling a listener has some side-effect.  This clock is very bare-bones: it doesn’t even keep track of the time itself: It just calls all its listeners every `interval` milliseconds.</a:t>
            </a:r>
          </a:p>
          <a:p>
            <a:endParaRPr lang="en-US" dirty="0"/>
          </a:p>
          <a:p>
            <a:r>
              <a:rPr lang="en-US" dirty="0"/>
              <a:t>In the OO world, this organization of a listener is sometimes called a “delegate”.</a:t>
            </a:r>
          </a:p>
        </p:txBody>
      </p:sp>
    </p:spTree>
    <p:extLst>
      <p:ext uri="{BB962C8B-B14F-4D97-AF65-F5344CB8AC3E}">
        <p14:creationId xmlns:p14="http://schemas.microsoft.com/office/powerpoint/2010/main" val="18195162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We'll make the clock into a singleton, just like we did in Module 06(?)</a:t>
            </a:r>
          </a:p>
        </p:txBody>
      </p:sp>
    </p:spTree>
    <p:extLst>
      <p:ext uri="{BB962C8B-B14F-4D97-AF65-F5344CB8AC3E}">
        <p14:creationId xmlns:p14="http://schemas.microsoft.com/office/powerpoint/2010/main" val="1041089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ClockDisplay.tsx</a:t>
            </a:r>
            <a:r>
              <a:rPr lang="en-US" dirty="0"/>
              <a:t> now has two parts:  here is the "business logic", where we set up the state variables and the listeners.  (Observe that we have to include props.name in the dependencies of the </a:t>
            </a:r>
            <a:r>
              <a:rPr lang="en-US" dirty="0" err="1"/>
              <a:t>useEffect</a:t>
            </a:r>
            <a:r>
              <a:rPr lang="en-US" dirty="0"/>
              <a:t>, because we use that variable in the console.log messages.  If we didn't have the console.log, we wouldn't need them)</a:t>
            </a:r>
          </a:p>
        </p:txBody>
      </p:sp>
    </p:spTree>
    <p:extLst>
      <p:ext uri="{BB962C8B-B14F-4D97-AF65-F5344CB8AC3E}">
        <p14:creationId xmlns:p14="http://schemas.microsoft.com/office/powerpoint/2010/main" val="3801592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And here's the display logic.   We'll see this pattern again.</a:t>
            </a:r>
          </a:p>
        </p:txBody>
      </p:sp>
    </p:spTree>
    <p:extLst>
      <p:ext uri="{BB962C8B-B14F-4D97-AF65-F5344CB8AC3E}">
        <p14:creationId xmlns:p14="http://schemas.microsoft.com/office/powerpoint/2010/main" val="3595689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 went to localhost:3000, started the console with C-S-I, and hit "reload" to get the display from the beginning.</a:t>
            </a:r>
          </a:p>
          <a:p>
            <a:endParaRPr lang="en-US" dirty="0"/>
          </a:p>
          <a:p>
            <a:r>
              <a:rPr lang="en-US" dirty="0"/>
              <a:t>We can't do anything else with this app right now, but we'll come back to it a little later.</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Next, let's look at the dependency array in more detail.  &lt;read slide&gt;</a:t>
            </a:r>
          </a:p>
        </p:txBody>
      </p:sp>
    </p:spTree>
    <p:extLst>
      <p:ext uri="{BB962C8B-B14F-4D97-AF65-F5344CB8AC3E}">
        <p14:creationId xmlns:p14="http://schemas.microsoft.com/office/powerpoint/2010/main" val="21451257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n and m,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#2N has a dependency array with just n, so it is run only when n changes.</a:t>
            </a:r>
          </a:p>
          <a:p>
            <a:r>
              <a:rPr lang="en-US" dirty="0"/>
              <a:t>useEffect #2M has a dependency array with just m, so it is run only when m changes.</a:t>
            </a:r>
          </a:p>
          <a:p>
            <a:r>
              <a:rPr lang="en-US" dirty="0" err="1"/>
              <a:t>useEffects</a:t>
            </a:r>
            <a:r>
              <a:rPr lang="en-US" dirty="0"/>
              <a:t> #3A, B and C (on next slide) have no second argument, so they are run on every render.  We'll see that these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a:t>
            </a:r>
          </a:p>
        </p:txBody>
      </p:sp>
    </p:spTree>
    <p:extLst>
      <p:ext uri="{BB962C8B-B14F-4D97-AF65-F5344CB8AC3E}">
        <p14:creationId xmlns:p14="http://schemas.microsoft.com/office/powerpoint/2010/main" val="22348129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2N, 3A, and 3B are run.</a:t>
            </a:r>
          </a:p>
          <a:p>
            <a:r>
              <a:rPr lang="en-US" dirty="0"/>
              <a:t>Then we clicked 'n'.</a:t>
            </a:r>
          </a:p>
          <a:p>
            <a:r>
              <a:rPr lang="en-US" dirty="0"/>
              <a:t>We will need to run 2N, 3A, and 3B again.  So first, the cleanups for 2N, 3A, and 3B are run, and then 2N,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first render.  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our old friend </a:t>
            </a:r>
            <a:r>
              <a:rPr lang="en-US" dirty="0" err="1"/>
              <a:t>ClockDisplay</a:t>
            </a:r>
            <a:r>
              <a:rPr lang="en-US" dirty="0"/>
              <a:t>, but this time using </a:t>
            </a:r>
            <a:r>
              <a:rPr lang="en-US" dirty="0" err="1"/>
              <a:t>useClock</a:t>
            </a:r>
            <a:r>
              <a:rPr lang="en-US" dirty="0"/>
              <a:t>.  We take advantage of the fact that </a:t>
            </a:r>
            <a:r>
              <a:rPr lang="en-US" dirty="0" err="1"/>
              <a:t>useClock</a:t>
            </a:r>
            <a:r>
              <a:rPr lang="en-US" dirty="0"/>
              <a:t> returns the clock so that we can refer to </a:t>
            </a:r>
            <a:r>
              <a:rPr lang="en-US" dirty="0" err="1"/>
              <a:t>clock.nListeners</a:t>
            </a:r>
            <a:r>
              <a:rPr lang="en-US" dirty="0"/>
              <a:t>, (or start and stop the clock, if that affordance is available) from the client.   </a:t>
            </a:r>
          </a:p>
          <a:p>
            <a:endParaRPr lang="en-US" dirty="0"/>
          </a:p>
          <a:p>
            <a:r>
              <a:rPr lang="en-US" dirty="0"/>
              <a:t>/** this para only applies if we get starting and stopping working </a:t>
            </a:r>
          </a:p>
          <a:p>
            <a:r>
              <a:rPr lang="en-US" dirty="0"/>
              <a:t>Note that if we have several components (as in </a:t>
            </a:r>
            <a:r>
              <a:rPr lang="en-US" dirty="0" err="1"/>
              <a:t>ArrayOfClocksApp</a:t>
            </a:r>
            <a:r>
              <a:rPr lang="en-US" dirty="0"/>
              <a:t>), stopping or starting the clock in one component will start or stop it in all of them.</a:t>
            </a:r>
          </a:p>
          <a:p>
            <a:r>
              <a:rPr lang="en-US" dirty="0"/>
              <a:t>*/</a:t>
            </a:r>
          </a:p>
          <a:p>
            <a:endParaRPr lang="en-US" dirty="0"/>
          </a:p>
          <a:p>
            <a:r>
              <a:rPr lang="en-US" dirty="0"/>
              <a:t>More complicated hooks might return more complicated objects.  For example, </a:t>
            </a:r>
            <a:r>
              <a:rPr lang="en-US" dirty="0" err="1"/>
              <a:t>covey.town</a:t>
            </a:r>
            <a:r>
              <a:rPr lang="en-US" dirty="0"/>
              <a:t> makes extensive use of a hook called </a:t>
            </a:r>
            <a:r>
              <a:rPr lang="en-US" dirty="0" err="1"/>
              <a:t>useTown</a:t>
            </a:r>
            <a:r>
              <a:rPr lang="en-US" dirty="0"/>
              <a:t> that returns the town in which some component is running.</a:t>
            </a:r>
          </a:p>
        </p:txBody>
      </p:sp>
    </p:spTree>
    <p:extLst>
      <p:ext uri="{BB962C8B-B14F-4D97-AF65-F5344CB8AC3E}">
        <p14:creationId xmlns:p14="http://schemas.microsoft.com/office/powerpoint/2010/main" val="37374996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Often, we want to use code inside of an effect that calls a REST endpoint. Calls to rest endpoints can happen with the `fetch` function built in to browsers, or with a library like `</a:t>
            </a:r>
            <a:r>
              <a:rPr lang="en-US" dirty="0" err="1"/>
              <a:t>axios</a:t>
            </a:r>
            <a:r>
              <a:rPr lang="en-US" dirty="0"/>
              <a:t>` that the project code uses, but in either case the call returns a </a:t>
            </a:r>
            <a:r>
              <a:rPr lang="en-US" i="1" dirty="0"/>
              <a:t>promise</a:t>
            </a:r>
            <a:r>
              <a:rPr lang="en-US" i="0" dirty="0"/>
              <a:t>. A promise doesn’t directly give you the result the function call, but it returns an object with a `then` method: it promises to call this function later, after the server responds to the API request.</a:t>
            </a:r>
          </a:p>
          <a:p>
            <a:pPr marL="0" indent="0">
              <a:buFontTx/>
              <a:buNone/>
            </a:pPr>
            <a:endParaRPr lang="en-US" i="0" dirty="0"/>
          </a:p>
          <a:p>
            <a:pPr marL="0" indent="0">
              <a:buFontTx/>
              <a:buNone/>
            </a:pPr>
            <a:r>
              <a:rPr lang="en-US" i="0" dirty="0"/>
              <a:t>(We’ll talk much more about promises in a few weeks.)</a:t>
            </a:r>
          </a:p>
          <a:p>
            <a:pPr marL="0" indent="0">
              <a:buFontTx/>
              <a:buNone/>
            </a:pPr>
            <a:endParaRPr lang="en-US" i="0" dirty="0"/>
          </a:p>
          <a:p>
            <a:pPr marL="0" indent="0">
              <a:buFontTx/>
              <a:buNone/>
            </a:pPr>
            <a:r>
              <a:rPr lang="en-US" i="0" dirty="0"/>
              <a:t>This React function will show “Loading” until the API request succeeds, and then it will show the random image from the NASA random image-of-the-day API.</a:t>
            </a:r>
          </a:p>
          <a:p>
            <a:pPr marL="0" indent="0">
              <a:buFontTx/>
              <a:buNone/>
            </a:pPr>
            <a:endParaRPr lang="en-US" dirty="0"/>
          </a:p>
        </p:txBody>
      </p:sp>
    </p:spTree>
    <p:extLst>
      <p:ext uri="{BB962C8B-B14F-4D97-AF65-F5344CB8AC3E}">
        <p14:creationId xmlns:p14="http://schemas.microsoft.com/office/powerpoint/2010/main" val="2536481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&lt;read slide&gt;</a:t>
            </a:r>
          </a:p>
        </p:txBody>
      </p:sp>
    </p:spTree>
    <p:extLst>
      <p:ext uri="{BB962C8B-B14F-4D97-AF65-F5344CB8AC3E}">
        <p14:creationId xmlns:p14="http://schemas.microsoft.com/office/powerpoint/2010/main" val="7587880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CCEA0-C5EF-49E8-5CCD-E952F8CADC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D8E81-A5CE-DCC2-8AA2-4ABD0E8B18D6}"/>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0C81290-BAB5-46D0-8D20-A6C9A0722A56}"/>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17978529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42</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07F7B-C9F8-4A39-D540-F6826EDC5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6A1C2-52E0-152C-5C9C-F6357477020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45C7FD61-E32E-7534-B8A1-47D401B39FF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2818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5515-4F07-43C8-86D7-55D19C638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8DCBD-DCA8-568A-905B-4332C86C3B3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BE8D096-F546-FAE6-258E-EEEFED1102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63647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737467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5/9/2026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react.dev/reference/react/useContext"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3" Type="http://schemas.openxmlformats.org/officeDocument/2006/relationships/hyperlink" Target="https://playwright.dev/docs/locators"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hyperlink" Target="https://docs.cypress.io/api/table-of-contents#Cypress-API"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https://m3.material.io/?utm_source=chatgpt.com" TargetMode="External"/><Relationship Id="rId2" Type="http://schemas.openxmlformats.org/officeDocument/2006/relationships/hyperlink" Target="https://developer.apple.com/design/human-interface-guidelines/?utm_source=chatgpt.com" TargetMode="External"/><Relationship Id="rId1" Type="http://schemas.openxmlformats.org/officeDocument/2006/relationships/slideLayout" Target="../slideLayouts/slideLayout2.xml"/><Relationship Id="rId5" Type="http://schemas.openxmlformats.org/officeDocument/2006/relationships/hyperlink" Target="https://carbondesignsystem.com/?utm_source=chatgpt.com" TargetMode="External"/><Relationship Id="rId4" Type="http://schemas.openxmlformats.org/officeDocument/2006/relationships/hyperlink" Target="https://fluent2.microsoft.design/?utm_source=chatgpt.com"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a:t>Adeel Bhutta</a:t>
            </a:r>
            <a:endParaRPr lang="en-US" sz="2800" dirty="0"/>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r>
              <a:rPr lang="en-US" dirty="0">
                <a:solidFill>
                  <a:schemeClr val="tx1"/>
                </a:solidFill>
              </a:rPr>
              <a:t>Become familiar with Best practices of UI/UX design</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968827" y="1839406"/>
            <a:ext cx="7913915"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a:solidFill>
                  <a:srgbClr val="000000"/>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'./clock.js'</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ClockClient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connection</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createConnection</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connect</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disconnect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135634" y="2655869"/>
            <a:ext cx="2117558"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5335376" y="3943144"/>
            <a:ext cx="3547366"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when component dismounts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687285" y="5227050"/>
            <a:ext cx="2797629" cy="1229003"/>
            <a:chOff x="1687285" y="5227050"/>
            <a:chExt cx="2797629" cy="122900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1949200" y="5227050"/>
              <a:ext cx="790152" cy="61450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B8C4F-61BB-84AA-AB6D-424C8C30EDD9}"/>
              </a:ext>
            </a:extLst>
          </p:cNvPr>
          <p:cNvSpPr>
            <a:spLocks noGrp="1"/>
          </p:cNvSpPr>
          <p:nvPr>
            <p:ph type="title"/>
          </p:nvPr>
        </p:nvSpPr>
        <p:spPr/>
        <p:txBody>
          <a:bodyPr/>
          <a:lstStyle/>
          <a:p>
            <a:r>
              <a:rPr lang="en-US" dirty="0"/>
              <a:t>A real example: a display that connects to a self-ticking clock</a:t>
            </a:r>
          </a:p>
        </p:txBody>
      </p:sp>
      <p:sp>
        <p:nvSpPr>
          <p:cNvPr id="4" name="Slide Number Placeholder 3">
            <a:extLst>
              <a:ext uri="{FF2B5EF4-FFF2-40B4-BE49-F238E27FC236}">
                <a16:creationId xmlns:a16="http://schemas.microsoft.com/office/drawing/2014/main" id="{CFAD03FC-39F4-8B4A-B88C-6563BD8B91F9}"/>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EF1F3BB2-2BC7-BE36-D551-F7C0BF68C652}"/>
              </a:ext>
            </a:extLst>
          </p:cNvPr>
          <p:cNvSpPr txBox="1"/>
          <p:nvPr/>
        </p:nvSpPr>
        <p:spPr>
          <a:xfrm>
            <a:off x="767750" y="1644678"/>
            <a:ext cx="10420709"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a:t>
            </a:r>
          </a:p>
          <a:p>
            <a:r>
              <a:rPr lang="en-US" b="0" dirty="0">
                <a:solidFill>
                  <a:srgbClr val="000000"/>
                </a:solidFill>
                <a:effectLst/>
                <a:latin typeface="Consolas" panose="020B0609020204030204" pitchFamily="49" charset="0"/>
              </a:rPr>
              <a:t>    name: string, key: number,</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clock:IClock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useState(</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 </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setLocalTime</a:t>
            </a:r>
            <a:r>
              <a:rPr lang="en-US" b="0" dirty="0">
                <a:solidFill>
                  <a:srgbClr val="000000"/>
                </a:solidFill>
                <a:effectLst/>
                <a:highlight>
                  <a:srgbClr val="FFFF00"/>
                </a:highlight>
                <a:latin typeface="Consolas" panose="020B0609020204030204" pitchFamily="49" charset="0"/>
              </a:rPr>
              <a:t>(</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 </a:t>
            </a:r>
            <a:r>
              <a:rPr lang="en-US" b="0" dirty="0">
                <a:solidFill>
                  <a:srgbClr val="098658"/>
                </a:solidFill>
                <a:effectLst/>
                <a:highlight>
                  <a:srgbClr val="FFFF00"/>
                </a:highlight>
                <a:latin typeface="Consolas" panose="020B0609020204030204" pitchFamily="49" charset="0"/>
              </a:rPr>
              <a:t>1</a:t>
            </a:r>
            <a:r>
              <a:rPr lang="en-US" b="0" dirty="0">
                <a:solidFill>
                  <a:srgbClr val="000000"/>
                </a:solidFill>
                <a:effectLst/>
                <a:highlight>
                  <a:srgbClr val="FFFF00"/>
                </a:highligh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useEffect(()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endParaRPr lang="en-US" b="0" dirty="0">
              <a:solidFill>
                <a:srgbClr val="000000"/>
              </a:solidFill>
              <a:effectLst/>
              <a:latin typeface="Consolas" panose="020B0609020204030204" pitchFamily="49" charset="0"/>
            </a:endParaRPr>
          </a:p>
        </p:txBody>
      </p:sp>
      <p:sp>
        <p:nvSpPr>
          <p:cNvPr id="7" name="Arrow: Left 6">
            <a:extLst>
              <a:ext uri="{FF2B5EF4-FFF2-40B4-BE49-F238E27FC236}">
                <a16:creationId xmlns:a16="http://schemas.microsoft.com/office/drawing/2014/main" id="{80E88B98-44E2-F437-AED9-1D3AF86B50E5}"/>
              </a:ext>
            </a:extLst>
          </p:cNvPr>
          <p:cNvSpPr/>
          <p:nvPr/>
        </p:nvSpPr>
        <p:spPr>
          <a:xfrm>
            <a:off x="5771037" y="4712945"/>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first render, add this listener to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7E4D0137-04F4-5781-9C61-3353F1EA56B6}"/>
              </a:ext>
            </a:extLst>
          </p:cNvPr>
          <p:cNvSpPr/>
          <p:nvPr/>
        </p:nvSpPr>
        <p:spPr>
          <a:xfrm>
            <a:off x="6371457" y="5301304"/>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dismount, remove the listener.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3" name="Rectangle: Rounded Corners 2">
            <a:extLst>
              <a:ext uri="{FF2B5EF4-FFF2-40B4-BE49-F238E27FC236}">
                <a16:creationId xmlns:a16="http://schemas.microsoft.com/office/drawing/2014/main" id="{ADE0A4A4-C242-1F63-A215-2BBB08EB5C99}"/>
              </a:ext>
            </a:extLst>
          </p:cNvPr>
          <p:cNvSpPr/>
          <p:nvPr/>
        </p:nvSpPr>
        <p:spPr>
          <a:xfrm>
            <a:off x="5431536" y="910299"/>
            <a:ext cx="660745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SimpleClockDisplay.tsx</a:t>
            </a:r>
            <a:endParaRPr lang="en-US" sz="2400" dirty="0">
              <a:solidFill>
                <a:schemeClr val="tx1"/>
              </a:solidFill>
            </a:endParaRPr>
          </a:p>
        </p:txBody>
      </p:sp>
      <p:sp>
        <p:nvSpPr>
          <p:cNvPr id="5" name="Arrow: Left 4">
            <a:extLst>
              <a:ext uri="{FF2B5EF4-FFF2-40B4-BE49-F238E27FC236}">
                <a16:creationId xmlns:a16="http://schemas.microsoft.com/office/drawing/2014/main" id="{C311049F-6336-5CD1-A77B-E82E4C81F095}"/>
              </a:ext>
            </a:extLst>
          </p:cNvPr>
          <p:cNvSpPr/>
          <p:nvPr/>
        </p:nvSpPr>
        <p:spPr>
          <a:xfrm>
            <a:off x="4673104" y="1781820"/>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The parent provides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10" name="Rectangle 9">
            <a:extLst>
              <a:ext uri="{FF2B5EF4-FFF2-40B4-BE49-F238E27FC236}">
                <a16:creationId xmlns:a16="http://schemas.microsoft.com/office/drawing/2014/main" id="{E90805E3-E9DC-6877-3655-274D71B10D8A}"/>
              </a:ext>
            </a:extLst>
          </p:cNvPr>
          <p:cNvSpPr/>
          <p:nvPr/>
        </p:nvSpPr>
        <p:spPr>
          <a:xfrm>
            <a:off x="9653048" y="5467571"/>
            <a:ext cx="2256934"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Display </a:t>
            </a:r>
            <a:r>
              <a:rPr lang="en-US" dirty="0"/>
              <a:t>logic will come later…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23013350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5" grpId="0" animBg="1"/>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5FDBC-B21A-18B1-886D-9F8EDA80D502}"/>
              </a:ext>
            </a:extLst>
          </p:cNvPr>
          <p:cNvSpPr>
            <a:spLocks noGrp="1"/>
          </p:cNvSpPr>
          <p:nvPr>
            <p:ph type="title"/>
          </p:nvPr>
        </p:nvSpPr>
        <p:spPr/>
        <p:txBody>
          <a:bodyPr/>
          <a:lstStyle/>
          <a:p>
            <a:r>
              <a:rPr lang="en-US" dirty="0"/>
              <a:t>Our app will have three displays of the clock</a:t>
            </a:r>
          </a:p>
        </p:txBody>
      </p:sp>
      <p:sp>
        <p:nvSpPr>
          <p:cNvPr id="3" name="Slide Number Placeholder 2">
            <a:extLst>
              <a:ext uri="{FF2B5EF4-FFF2-40B4-BE49-F238E27FC236}">
                <a16:creationId xmlns:a16="http://schemas.microsoft.com/office/drawing/2014/main" id="{3D1FB27E-8A69-3EF9-C5F1-FA9C71ECE48A}"/>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6" name="Rectangle: Rounded Corners 5">
            <a:extLst>
              <a:ext uri="{FF2B5EF4-FFF2-40B4-BE49-F238E27FC236}">
                <a16:creationId xmlns:a16="http://schemas.microsoft.com/office/drawing/2014/main" id="{ABA83B7E-DB88-E05B-D1C2-649804410B6F}"/>
              </a:ext>
            </a:extLst>
          </p:cNvPr>
          <p:cNvSpPr/>
          <p:nvPr/>
        </p:nvSpPr>
        <p:spPr>
          <a:xfrm>
            <a:off x="5543679" y="79055"/>
            <a:ext cx="657355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7" name="TextBox 6">
            <a:extLst>
              <a:ext uri="{FF2B5EF4-FFF2-40B4-BE49-F238E27FC236}">
                <a16:creationId xmlns:a16="http://schemas.microsoft.com/office/drawing/2014/main" id="{88F04AE8-316F-97F7-EBE8-0BD77D64442C}"/>
              </a:ext>
            </a:extLst>
          </p:cNvPr>
          <p:cNvSpPr txBox="1"/>
          <p:nvPr/>
        </p:nvSpPr>
        <p:spPr>
          <a:xfrm>
            <a:off x="838200" y="1525770"/>
            <a:ext cx="12290946" cy="59400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001080"/>
                </a:solidFill>
                <a:effectLst/>
                <a:latin typeface="Consolas" panose="020B0609020204030204" pitchFamily="49" charset="0"/>
              </a:rPr>
              <a:t>Heading</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VStack</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'@chakra-</a:t>
            </a:r>
            <a:r>
              <a:rPr lang="en-US" sz="2000" b="0" dirty="0" err="1">
                <a:solidFill>
                  <a:srgbClr val="A31515"/>
                </a:solidFill>
                <a:effectLst/>
                <a:latin typeface="Consolas" panose="020B0609020204030204" pitchFamily="49" charset="0"/>
              </a:rPr>
              <a:t>ui</a:t>
            </a:r>
            <a:r>
              <a:rPr lang="en-US" sz="2000" b="0" dirty="0">
                <a:solidFill>
                  <a:srgbClr val="A31515"/>
                </a:solidFill>
                <a:effectLst/>
                <a:latin typeface="Consolas" panose="020B0609020204030204" pitchFamily="49" charset="0"/>
              </a:rPr>
              <a:t>/react'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ClockDisplay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ClockDisplay.tsx</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SingletonClockFactory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'../../Classes/</a:t>
            </a:r>
            <a:r>
              <a:rPr lang="en-US" sz="2000" b="0" dirty="0" err="1">
                <a:solidFill>
                  <a:srgbClr val="A31515"/>
                </a:solidFill>
                <a:effectLst/>
                <a:latin typeface="Consolas" panose="020B0609020204030204" pitchFamily="49" charset="0"/>
              </a:rPr>
              <a:t>SingletonClockFactory.ts</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default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App</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SingletonClockFactory</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getInstance</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1000</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r>
              <a:rPr lang="en-US" sz="2000" b="0" dirty="0" err="1">
                <a:solidFill>
                  <a:srgbClr val="0070C1"/>
                </a:solidFill>
                <a:effectLst/>
                <a:latin typeface="Consolas" panose="020B0609020204030204" pitchFamily="49" charset="0"/>
              </a:rPr>
              <a:t>clock</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start</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r>
              <a:rPr lang="en-US" sz="2000" b="0" dirty="0">
                <a:solidFill>
                  <a:srgbClr val="3B3B3B"/>
                </a:solidFill>
                <a:effectLst/>
                <a:latin typeface="Consolas" panose="020B0609020204030204" pitchFamily="49" charset="0"/>
              </a:rPr>
              <a:t>Three Clocks</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A'</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B'</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3</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C'</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a:t>
            </a:r>
          </a:p>
          <a:p>
            <a:pPr>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1143622218"/>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AF55-F173-6723-9BF6-CDDFE70A2646}"/>
              </a:ext>
            </a:extLst>
          </p:cNvPr>
          <p:cNvSpPr>
            <a:spLocks noGrp="1"/>
          </p:cNvSpPr>
          <p:nvPr>
            <p:ph type="title"/>
          </p:nvPr>
        </p:nvSpPr>
        <p:spPr/>
        <p:txBody>
          <a:bodyPr/>
          <a:lstStyle/>
          <a:p>
            <a:r>
              <a:rPr lang="en-US" dirty="0"/>
              <a:t>The clock itself is simple</a:t>
            </a:r>
          </a:p>
        </p:txBody>
      </p:sp>
      <p:sp>
        <p:nvSpPr>
          <p:cNvPr id="8" name="Rectangle: Rounded Corners 7">
            <a:extLst>
              <a:ext uri="{FF2B5EF4-FFF2-40B4-BE49-F238E27FC236}">
                <a16:creationId xmlns:a16="http://schemas.microsoft.com/office/drawing/2014/main" id="{22329E01-A0DE-C09A-2300-18E4D14553AF}"/>
              </a:ext>
            </a:extLst>
          </p:cNvPr>
          <p:cNvSpPr/>
          <p:nvPr/>
        </p:nvSpPr>
        <p:spPr>
          <a:xfrm>
            <a:off x="6551629" y="76651"/>
            <a:ext cx="564037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8A851A15-8F17-E96D-B62C-C750B1ABB42B}"/>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7" name="TextBox 6">
            <a:extLst>
              <a:ext uri="{FF2B5EF4-FFF2-40B4-BE49-F238E27FC236}">
                <a16:creationId xmlns:a16="http://schemas.microsoft.com/office/drawing/2014/main" id="{759DD5C3-135A-2115-0150-5C4F3862E297}"/>
              </a:ext>
            </a:extLst>
          </p:cNvPr>
          <p:cNvSpPr txBox="1"/>
          <p:nvPr/>
        </p:nvSpPr>
        <p:spPr>
          <a:xfrm>
            <a:off x="254668" y="1561773"/>
            <a:ext cx="6945028" cy="581184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008000"/>
                </a:solidFill>
                <a:effectLst/>
                <a:latin typeface="Consolas" panose="020B0609020204030204" pitchFamily="49" charset="0"/>
              </a:rPr>
              <a:t>// the listener does not expect an argument</a:t>
            </a: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Listener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void</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class</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implements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IClock</a:t>
            </a:r>
            <a:r>
              <a:rPr lang="en-US" sz="2000" b="0" dirty="0">
                <a:solidFill>
                  <a:srgbClr val="3B3B3B"/>
                </a:solidFill>
                <a:effectLst/>
                <a:latin typeface="Consolas" panose="020B0609020204030204" pitchFamily="49" charset="0"/>
              </a:rPr>
              <a:t> {</a:t>
            </a:r>
          </a:p>
          <a:p>
            <a:pPr>
              <a:buNone/>
            </a:pPr>
            <a:r>
              <a:rPr lang="en-US" sz="2000" b="0" dirty="0">
                <a:solidFill>
                  <a:srgbClr val="008000"/>
                </a:solidFill>
                <a:effectLst/>
                <a:latin typeface="Consolas" panose="020B0609020204030204" pitchFamily="49" charset="0"/>
              </a:rPr>
              <a:t>// the actual clock state.</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a:t>
            </a:r>
            <a:r>
              <a:rPr lang="en-US" sz="2000" b="0" dirty="0">
                <a:solidFill>
                  <a:srgbClr val="008000"/>
                </a:solidFill>
                <a:effectLst/>
                <a:latin typeface="Consolas" panose="020B0609020204030204" pitchFamily="49" charset="0"/>
              </a:rPr>
              <a:t>/ it runs all the time, but only notifies</a:t>
            </a:r>
          </a:p>
          <a:p>
            <a:pPr>
              <a:buNone/>
            </a:pPr>
            <a:r>
              <a:rPr lang="en-US" sz="2000" dirty="0">
                <a:solidFill>
                  <a:srgbClr val="008000"/>
                </a:solidFill>
                <a:latin typeface="Consolas" panose="020B0609020204030204" pitchFamily="49" charset="0"/>
              </a:rPr>
              <a:t>//</a:t>
            </a:r>
            <a:r>
              <a:rPr lang="en-US" sz="2000" b="0" dirty="0">
                <a:solidFill>
                  <a:srgbClr val="008000"/>
                </a:solidFill>
                <a:effectLst/>
                <a:latin typeface="Consolas" panose="020B0609020204030204" pitchFamily="49" charset="0"/>
              </a:rPr>
              <a:t> listeners when </a:t>
            </a:r>
            <a:r>
              <a:rPr lang="en-US" sz="2000" b="0" dirty="0" err="1">
                <a:solidFill>
                  <a:srgbClr val="008000"/>
                </a:solidFill>
                <a:effectLst/>
                <a:latin typeface="Consolas" panose="020B0609020204030204" pitchFamily="49" charset="0"/>
              </a:rPr>
              <a:t>this._running</a:t>
            </a:r>
            <a:r>
              <a:rPr lang="en-US" sz="2000" b="0" dirty="0">
                <a:solidFill>
                  <a:srgbClr val="008000"/>
                </a:solidFill>
                <a:effectLst/>
                <a:latin typeface="Consolas" panose="020B0609020204030204" pitchFamily="49" charset="0"/>
              </a:rPr>
              <a:t> is true.</a:t>
            </a:r>
          </a:p>
          <a:p>
            <a:pPr>
              <a:buNone/>
            </a:pPr>
            <a:endParaRPr lang="en-US" sz="2000" b="0" dirty="0">
              <a:solidFill>
                <a:srgbClr val="008000"/>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createTimer</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setInterval</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if</a:t>
            </a:r>
            <a:r>
              <a:rPr lang="en-US" sz="2000" b="0" dirty="0">
                <a:solidFill>
                  <a:srgbClr val="3B3B3B"/>
                </a:solidFill>
                <a:effectLst/>
                <a:latin typeface="Consolas" panose="020B0609020204030204" pitchFamily="49" charset="0"/>
              </a:rPr>
              <a:t>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_running</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this</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notifyAll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_interval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endParaRPr lang="en-US" sz="2000" dirty="0">
              <a:solidFill>
                <a:srgbClr val="3B3B3B"/>
              </a:solidFill>
              <a:latin typeface="Consolas" panose="020B0609020204030204" pitchFamily="49" charset="0"/>
            </a:endParaRPr>
          </a:p>
          <a:p>
            <a:pPr>
              <a:lnSpc>
                <a:spcPts val="1425"/>
              </a:lnSpc>
              <a:buNone/>
            </a:pPr>
            <a:r>
              <a:rPr lang="en-US" sz="2000" b="0" dirty="0">
                <a:solidFill>
                  <a:srgbClr val="0000FF"/>
                </a:solidFill>
                <a:effectLst/>
                <a:latin typeface="Consolas" panose="020B0609020204030204" pitchFamily="49" charset="0"/>
              </a:rPr>
              <a:t>  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_running</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boolean</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false</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endParaRPr lang="en-US" sz="20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B84DF5E-58F1-6CFC-CF10-8CE12B101922}"/>
              </a:ext>
            </a:extLst>
          </p:cNvPr>
          <p:cNvSpPr txBox="1"/>
          <p:nvPr/>
        </p:nvSpPr>
        <p:spPr>
          <a:xfrm>
            <a:off x="6387999" y="1561773"/>
            <a:ext cx="6107228"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the arrow-function idiom guarantees</a:t>
            </a:r>
          </a:p>
          <a:p>
            <a:pPr marL="0" marR="0" lvl="0" indent="0" algn="l" defTabSz="914400" rtl="0" eaLnBrk="1" fontAlgn="auto" latinLnBrk="0" hangingPunct="0">
              <a:lnSpc>
                <a:spcPct val="100000"/>
              </a:lnSpc>
              <a:spcBef>
                <a:spcPts val="0"/>
              </a:spcBef>
              <a:spcAft>
                <a:spcPts val="0"/>
              </a:spcAft>
              <a:buClrTx/>
              <a:buSzTx/>
              <a:buFontTx/>
              <a:buNone/>
              <a:tabLst/>
              <a:defRPr/>
            </a:pPr>
            <a:r>
              <a:rPr lang="en-US" sz="2000" dirty="0">
                <a:solidFill>
                  <a:srgbClr val="008000"/>
                </a:solidFill>
                <a:latin typeface="Consolas" panose="020B0609020204030204" pitchFamily="49" charset="0"/>
                <a:ea typeface="Calibri"/>
                <a:cs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that 'this' is bound statically.</a:t>
            </a: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true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stop</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false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constructor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267F99"/>
                </a:solidFill>
                <a:effectLst/>
                <a:uLnTx/>
                <a:uFillTx/>
                <a:latin typeface="Consolas" panose="020B0609020204030204" pitchFamily="49" charset="0"/>
                <a:ea typeface="Calibri"/>
                <a:cs typeface="Calibri"/>
                <a:sym typeface="Calibri"/>
              </a:rPr>
              <a:t>number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_</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createTimer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endParaRPr lang="en-US" dirty="0"/>
          </a:p>
        </p:txBody>
      </p:sp>
    </p:spTree>
    <p:extLst>
      <p:ext uri="{BB962C8B-B14F-4D97-AF65-F5344CB8AC3E}">
        <p14:creationId xmlns:p14="http://schemas.microsoft.com/office/powerpoint/2010/main" val="351017677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A9C48E-EA24-D8A7-AE1A-2AD428607895}"/>
              </a:ext>
            </a:extLst>
          </p:cNvPr>
          <p:cNvSpPr>
            <a:spLocks noGrp="1"/>
          </p:cNvSpPr>
          <p:nvPr>
            <p:ph type="title"/>
          </p:nvPr>
        </p:nvSpPr>
        <p:spPr/>
        <p:txBody>
          <a:bodyPr/>
          <a:lstStyle/>
          <a:p>
            <a:r>
              <a:rPr lang="en-US" dirty="0"/>
              <a:t>And we’ll make the clock a singleton in the usual way</a:t>
            </a:r>
          </a:p>
        </p:txBody>
      </p:sp>
      <p:sp>
        <p:nvSpPr>
          <p:cNvPr id="6" name="TextBox 5">
            <a:extLst>
              <a:ext uri="{FF2B5EF4-FFF2-40B4-BE49-F238E27FC236}">
                <a16:creationId xmlns:a16="http://schemas.microsoft.com/office/drawing/2014/main" id="{F3DCAD49-9D9A-18B5-F6AD-A0EE164A9E39}"/>
              </a:ext>
            </a:extLst>
          </p:cNvPr>
          <p:cNvSpPr txBox="1"/>
          <p:nvPr/>
        </p:nvSpPr>
        <p:spPr>
          <a:xfrm>
            <a:off x="838199" y="1554533"/>
            <a:ext cx="9180443"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constructor</a:t>
            </a:r>
            <a:r>
              <a:rPr lang="en-US" b="0" dirty="0">
                <a:solidFill>
                  <a:srgbClr val="000000"/>
                </a:solidFill>
                <a:effectLst/>
                <a:latin typeface="Consolas" panose="020B0609020204030204" pitchFamily="49" charset="0"/>
              </a:rPr>
              <a:t> ()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instance</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interval</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interval</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5EE925B8-2FA7-1F24-33B0-832E9A2469C0}"/>
              </a:ext>
            </a:extLst>
          </p:cNvPr>
          <p:cNvSpPr/>
          <p:nvPr/>
        </p:nvSpPr>
        <p:spPr>
          <a:xfrm>
            <a:off x="6007608" y="838067"/>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2" name="Slide Number Placeholder 1">
            <a:extLst>
              <a:ext uri="{FF2B5EF4-FFF2-40B4-BE49-F238E27FC236}">
                <a16:creationId xmlns:a16="http://schemas.microsoft.com/office/drawing/2014/main" id="{9C7E1D9C-22EE-1503-1333-B43F9642ADCC}"/>
              </a:ext>
            </a:extLst>
          </p:cNvPr>
          <p:cNvSpPr>
            <a:spLocks noGrp="1"/>
          </p:cNvSpPr>
          <p:nvPr>
            <p:ph type="sldNum" sz="quarter" idx="2"/>
          </p:nvPr>
        </p:nvSpPr>
        <p:spPr/>
        <p:txBody>
          <a:bodyPr/>
          <a:lstStyle/>
          <a:p>
            <a:fld id="{86CB4B4D-7CA3-9044-876B-883B54F8677D}" type="slidenum">
              <a:rPr lang="en-US" smtClean="0"/>
              <a:t>9</a:t>
            </a:fld>
            <a:endParaRPr lang="en-US"/>
          </a:p>
        </p:txBody>
      </p:sp>
    </p:spTree>
    <p:extLst>
      <p:ext uri="{BB962C8B-B14F-4D97-AF65-F5344CB8AC3E}">
        <p14:creationId xmlns:p14="http://schemas.microsoft.com/office/powerpoint/2010/main" val="28752602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Now let's look at &lt;</a:t>
            </a:r>
            <a:r>
              <a:rPr lang="en-US" dirty="0" err="1"/>
              <a:t>ClockDisplay</a:t>
            </a:r>
            <a:r>
              <a:rPr lang="en-US" dirty="0"/>
              <a:t>&gt;</a:t>
            </a:r>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ClockDisplay</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ClockDisplayProps</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useState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is 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 is unmounting'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993960" y="66354"/>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148627474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2DA72-4164-6DF9-A64B-471F533740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D69ED-EDAD-88D6-78E0-2B9D26D0F09A}"/>
              </a:ext>
            </a:extLst>
          </p:cNvPr>
          <p:cNvSpPr>
            <a:spLocks noGrp="1"/>
          </p:cNvSpPr>
          <p:nvPr>
            <p:ph type="title"/>
          </p:nvPr>
        </p:nvSpPr>
        <p:spPr/>
        <p:txBody>
          <a:bodyPr/>
          <a:lstStyle/>
          <a:p>
            <a:r>
              <a:rPr lang="en-US" dirty="0"/>
              <a:t>Clock Display: display logic</a:t>
            </a:r>
          </a:p>
        </p:txBody>
      </p:sp>
      <p:sp>
        <p:nvSpPr>
          <p:cNvPr id="3" name="Slide Number Placeholder 2">
            <a:extLst>
              <a:ext uri="{FF2B5EF4-FFF2-40B4-BE49-F238E27FC236}">
                <a16:creationId xmlns:a16="http://schemas.microsoft.com/office/drawing/2014/main" id="{F4716FF7-1638-4DE0-4198-06BD90D49106}"/>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5" name="TextBox 4">
            <a:extLst>
              <a:ext uri="{FF2B5EF4-FFF2-40B4-BE49-F238E27FC236}">
                <a16:creationId xmlns:a16="http://schemas.microsoft.com/office/drawing/2014/main" id="{8FEA9F68-AE56-B9EE-FB1E-6B7674024BDA}"/>
              </a:ext>
            </a:extLst>
          </p:cNvPr>
          <p:cNvSpPr txBox="1"/>
          <p:nvPr/>
        </p:nvSpPr>
        <p:spPr>
          <a:xfrm>
            <a:off x="838200" y="1548854"/>
            <a:ext cx="9315734"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Clock: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Time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localTime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err="1">
                <a:solidFill>
                  <a:srgbClr val="3B3B3B"/>
                </a:solidFill>
                <a:effectLst/>
                <a:latin typeface="Consolas" panose="020B0609020204030204" pitchFamily="49" charset="0"/>
              </a:rPr>
              <a:t>nlisteners</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nListeners</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'start'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start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Start</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'stop'</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stop</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Stop</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614754731"/>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SimpleClockDisplayApp</a:t>
            </a:r>
            <a:endParaRPr lang="en-US" dirty="0"/>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12</a:t>
            </a:fld>
            <a:endParaRPr lang="en-US"/>
          </a:p>
        </p:txBody>
      </p:sp>
      <p:pic>
        <p:nvPicPr>
          <p:cNvPr id="7" name="Picture 6">
            <a:extLst>
              <a:ext uri="{FF2B5EF4-FFF2-40B4-BE49-F238E27FC236}">
                <a16:creationId xmlns:a16="http://schemas.microsoft.com/office/drawing/2014/main" id="{74B7CE0B-4FB7-49EE-0CBF-2334B53FF67C}"/>
              </a:ext>
            </a:extLst>
          </p:cNvPr>
          <p:cNvPicPr>
            <a:picLocks noChangeAspect="1"/>
          </p:cNvPicPr>
          <p:nvPr/>
        </p:nvPicPr>
        <p:blipFill>
          <a:blip r:embed="rId3"/>
          <a:stretch>
            <a:fillRect/>
          </a:stretch>
        </p:blipFill>
        <p:spPr>
          <a:xfrm>
            <a:off x="323850" y="447675"/>
            <a:ext cx="11544300" cy="5962650"/>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Array of Clocks Demo</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a:t>
            </a:r>
          </a:p>
          <a:p>
            <a:r>
              <a:rPr lang="en-US" dirty="0"/>
              <a:t>We can use </a:t>
            </a:r>
            <a:r>
              <a:rPr lang="en-US" dirty="0" err="1"/>
              <a:t>ClockDisplay</a:t>
            </a:r>
            <a:r>
              <a:rPr lang="en-US" dirty="0"/>
              <a:t> with a different parent.</a:t>
            </a:r>
          </a:p>
          <a:p>
            <a:r>
              <a:rPr lang="en-US" dirty="0"/>
              <a:t>Go look at the file!</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946711" y="361790"/>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ArrayOfClocks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6" name="Rectangle 5">
            <a:extLst>
              <a:ext uri="{FF2B5EF4-FFF2-40B4-BE49-F238E27FC236}">
                <a16:creationId xmlns:a16="http://schemas.microsoft.com/office/drawing/2014/main" id="{50F437F9-55C5-19FE-2EE7-5337002FCD7F}"/>
              </a:ext>
            </a:extLst>
          </p:cNvPr>
          <p:cNvSpPr/>
          <p:nvPr/>
        </p:nvSpPr>
        <p:spPr>
          <a:xfrm>
            <a:off x="3671248" y="2808747"/>
            <a:ext cx="5199797" cy="1938990"/>
          </a:xfrm>
          <a:prstGeom prst="rect">
            <a:avLst/>
          </a:prstGeom>
          <a:solidFill>
            <a:srgbClr val="FFFFFF"/>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Nope, would require more reorg of </a:t>
            </a:r>
            <a:r>
              <a:rPr kumimoji="0" lang="en-US" sz="2400" b="0" i="0" u="none" strike="noStrike" cap="none" spc="0" normalizeH="0" baseline="0">
                <a:ln>
                  <a:noFill/>
                </a:ln>
                <a:solidFill>
                  <a:srgbClr val="000000"/>
                </a:solidFill>
                <a:effectLst/>
                <a:highlight>
                  <a:srgbClr val="FFFF00"/>
                </a:highlight>
                <a:uFillTx/>
                <a:latin typeface="+mn-lt"/>
                <a:ea typeface="+mn-ea"/>
                <a:cs typeface="+mn-cs"/>
                <a:sym typeface="Calibri"/>
              </a:rPr>
              <a:t>repo tha</a:t>
            </a:r>
            <a:r>
              <a:rPr lang="en-US" sz="2400">
                <a:highlight>
                  <a:srgbClr val="FFFF00"/>
                </a:highlight>
              </a:rPr>
              <a:t>n I can do right now.</a:t>
            </a:r>
            <a:endPar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endParaRPr>
          </a:p>
          <a:p>
            <a:pPr marL="0" marR="0" indent="0" algn="l" defTabSz="914400" rtl="0" fontAlgn="auto" latinLnBrk="0" hangingPunct="0">
              <a:lnSpc>
                <a:spcPct val="100000"/>
              </a:lnSpc>
              <a:spcBef>
                <a:spcPts val="0"/>
              </a:spcBef>
              <a:spcAft>
                <a:spcPts val="0"/>
              </a:spcAft>
              <a:buClrTx/>
              <a:buSzTx/>
              <a:buFontTx/>
              <a:buNone/>
              <a:tabLst/>
            </a:pPr>
            <a:endParaRPr lang="en-US" sz="2400" dirty="0">
              <a:highlight>
                <a:srgbClr val="FFFF00"/>
              </a:highlight>
            </a:endParaRPr>
          </a:p>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Need to do something else here, or else dele</a:t>
            </a:r>
            <a:r>
              <a:rPr kumimoji="0" lang="en-US" sz="1800" b="0" i="0" u="none" strike="noStrike" cap="none" spc="0" normalizeH="0" baseline="0" dirty="0">
                <a:ln>
                  <a:noFill/>
                </a:ln>
                <a:solidFill>
                  <a:srgbClr val="000000"/>
                </a:solidFill>
                <a:effectLst/>
                <a:highlight>
                  <a:srgbClr val="FFFF00"/>
                </a:highlight>
                <a:uFillTx/>
                <a:latin typeface="+mn-lt"/>
                <a:ea typeface="+mn-ea"/>
                <a:cs typeface="+mn-cs"/>
                <a:sym typeface="Calibri"/>
              </a:rPr>
              <a:t>te!!</a:t>
            </a:r>
          </a:p>
        </p:txBody>
      </p:sp>
    </p:spTree>
    <p:extLst>
      <p:ext uri="{BB962C8B-B14F-4D97-AF65-F5344CB8AC3E}">
        <p14:creationId xmlns:p14="http://schemas.microsoft.com/office/powerpoint/2010/main" val="816791027"/>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5" name="Rectangle: Rounded Corners 4">
            <a:extLst>
              <a:ext uri="{FF2B5EF4-FFF2-40B4-BE49-F238E27FC236}">
                <a16:creationId xmlns:a16="http://schemas.microsoft.com/office/drawing/2014/main" id="{648A590C-EAEA-35A2-9F4C-15A8DD29B6BE}"/>
              </a:ext>
            </a:extLst>
          </p:cNvPr>
          <p:cNvSpPr/>
          <p:nvPr/>
        </p:nvSpPr>
        <p:spPr>
          <a:xfrm>
            <a:off x="5837274" y="268524"/>
            <a:ext cx="5798321" cy="858527"/>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/app/Apps/</a:t>
            </a:r>
            <a:r>
              <a:rPr lang="en-US" sz="2400" dirty="0" err="1">
                <a:solidFill>
                  <a:schemeClr val="tx1"/>
                </a:solidFill>
              </a:rPr>
              <a:t>useEffect</a:t>
            </a:r>
            <a:r>
              <a:rPr lang="en-US" sz="2400" dirty="0">
                <a:solidFill>
                  <a:schemeClr val="tx1"/>
                </a:solidFill>
              </a:rPr>
              <a:t>-Demos/</a:t>
            </a:r>
            <a:r>
              <a:rPr lang="en-US" sz="2400" dirty="0" err="1">
                <a:solidFill>
                  <a:schemeClr val="tx1"/>
                </a:solidFill>
              </a:rPr>
              <a:t>useEffect-demo.tsx</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300" b="0" dirty="0">
                <a:solidFill>
                  <a:srgbClr val="AF00DB"/>
                </a:solidFill>
                <a:effectLst/>
                <a:latin typeface="Consolas" panose="020B0609020204030204" pitchFamily="49" charset="0"/>
              </a:rPr>
              <a:t>export</a:t>
            </a:r>
            <a:r>
              <a:rPr lang="en-US" sz="1300" b="0" dirty="0">
                <a:solidFill>
                  <a:srgbClr val="3B3B3B"/>
                </a:solidFill>
                <a:effectLst/>
                <a:latin typeface="Consolas" panose="020B0609020204030204" pitchFamily="49" charset="0"/>
              </a:rPr>
              <a:t> </a:t>
            </a:r>
            <a:r>
              <a:rPr lang="en-US" sz="1300" b="0" dirty="0">
                <a:solidFill>
                  <a:srgbClr val="AF00DB"/>
                </a:solidFill>
                <a:effectLst/>
                <a:latin typeface="Consolas" panose="020B0609020204030204" pitchFamily="49" charset="0"/>
              </a:rPr>
              <a:t>default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function</a:t>
            </a:r>
            <a:r>
              <a:rPr lang="en-US" sz="1300" b="0" dirty="0">
                <a:solidFill>
                  <a:srgbClr val="3B3B3B"/>
                </a:solidFill>
                <a:effectLst/>
                <a:latin typeface="Consolas" panose="020B0609020204030204" pitchFamily="49" charset="0"/>
              </a:rPr>
              <a:t> </a:t>
            </a:r>
            <a:r>
              <a:rPr lang="en-US" sz="1300" b="0" dirty="0">
                <a:solidFill>
                  <a:srgbClr val="795E26"/>
                </a:solidFill>
                <a:effectLst/>
                <a:latin typeface="Consolas" panose="020B0609020204030204" pitchFamily="49" charset="0"/>
              </a:rPr>
              <a:t>App</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setI</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setJ</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br>
              <a:rPr lang="en-US" sz="1300" b="0" dirty="0">
                <a:solidFill>
                  <a:srgbClr val="3B3B3B"/>
                </a:solidFill>
                <a:effectLst/>
                <a:latin typeface="Consolas" panose="020B0609020204030204" pitchFamily="49" charset="0"/>
              </a:rPr>
            </a:b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only on first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#1 is run only on first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 is run when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#2J is run when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#2IJ is run when either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or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err="1">
                <a:solidFill>
                  <a:srgbClr val="3B3B3B"/>
                </a:solidFill>
                <a:effectLst/>
                <a:latin typeface="Consolas" panose="020B0609020204030204" pitchFamily="49" charset="0"/>
              </a:rPr>
              <a:t>,</a:t>
            </a:r>
            <a:r>
              <a:rPr lang="en-US" sz="1300" b="0" dirty="0" err="1">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 every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#3 is called on every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273211" y="1586164"/>
            <a:ext cx="6097772" cy="40421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onClickI</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a:t>
            </a:r>
            <a:r>
              <a:rPr lang="en-US" sz="1400" b="0" dirty="0" err="1">
                <a:solidFill>
                  <a:srgbClr val="001080"/>
                </a:solidFill>
                <a:effectLst/>
                <a:latin typeface="Consolas" panose="020B0609020204030204" pitchFamily="49" charset="0"/>
              </a:rPr>
              <a:t>lastI</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lastI</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bound variable name doesn't matter, of course</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setI</a:t>
            </a:r>
            <a:r>
              <a:rPr lang="en-US" sz="1400" b="0" dirty="0">
                <a:solidFill>
                  <a:srgbClr val="008000"/>
                </a:solidFill>
                <a:effectLst/>
                <a:latin typeface="Consolas" panose="020B0609020204030204" pitchFamily="49" charset="0"/>
              </a:rPr>
              <a:t>(i+1) is a bug, because value of </a:t>
            </a:r>
            <a:r>
              <a:rPr lang="en-US" sz="1400" b="0" dirty="0" err="1">
                <a:solidFill>
                  <a:srgbClr val="008000"/>
                </a:solidFill>
                <a:effectLst/>
                <a:latin typeface="Consolas" panose="020B0609020204030204" pitchFamily="49" charset="0"/>
              </a:rPr>
              <a:t>i</a:t>
            </a:r>
            <a:r>
              <a:rPr lang="en-US" sz="1400" b="0" dirty="0">
                <a:solidFill>
                  <a:srgbClr val="008000"/>
                </a:solidFill>
                <a:effectLst/>
                <a:latin typeface="Consolas" panose="020B0609020204030204" pitchFamily="49" charset="0"/>
              </a:rPr>
              <a:t> may not </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be current.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onClickJ</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j!'</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j</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br>
              <a:rPr lang="en-US" sz="1400" b="0" dirty="0">
                <a:solidFill>
                  <a:srgbClr val="3B3B3B"/>
                </a:solidFill>
                <a:effectLst/>
                <a:latin typeface="Consolas" panose="020B0609020204030204" pitchFamily="49" charset="0"/>
              </a:rPr>
            </a:b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r>
              <a:rPr lang="en-US" sz="1400" b="0" dirty="0" err="1">
                <a:solidFill>
                  <a:srgbClr val="3B3B3B"/>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demo #1IJ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err="1">
                <a:solidFill>
                  <a:srgbClr val="3B3B3B"/>
                </a:solidFill>
                <a:effectLst/>
                <a:latin typeface="Consolas" panose="020B0609020204030204" pitchFamily="49" charset="0"/>
              </a:rPr>
              <a:t>i</a:t>
            </a:r>
            <a:r>
              <a:rPr lang="en-US" sz="1400" b="0" dirty="0">
                <a:solidFill>
                  <a:srgbClr val="3B3B3B"/>
                </a:solidFill>
                <a:effectLst/>
                <a:latin typeface="Consolas" panose="020B0609020204030204" pitchFamily="49" charset="0"/>
              </a:rPr>
              <a:t> is </a:t>
            </a:r>
            <a:r>
              <a:rPr lang="en-US" sz="1400" b="0" dirty="0">
                <a:solidFill>
                  <a:srgbClr val="0000FF"/>
                </a:solidFill>
                <a:effectLst/>
                <a:latin typeface="Consolas" panose="020B0609020204030204" pitchFamily="49" charset="0"/>
              </a:rPr>
              <a:t>{</a:t>
            </a:r>
            <a:r>
              <a:rPr lang="en-US" sz="1400" b="0" dirty="0" err="1">
                <a:solidFill>
                  <a:srgbClr val="0070C1"/>
                </a:solidFill>
                <a:effectLst/>
                <a:latin typeface="Consolas" panose="020B0609020204030204" pitchFamily="49" charset="0"/>
              </a:rPr>
              <a:t>i</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onClickI</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a:t>
            </a:r>
            <a:r>
              <a:rPr lang="en-US" sz="1400" b="0" dirty="0" err="1">
                <a:solidFill>
                  <a:srgbClr val="3B3B3B"/>
                </a:solidFill>
                <a:effectLst/>
                <a:latin typeface="Consolas" panose="020B0609020204030204" pitchFamily="49" charset="0"/>
              </a:rPr>
              <a:t>i</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j is </a:t>
            </a:r>
            <a:r>
              <a:rPr lang="en-US" sz="1400" b="0" dirty="0">
                <a:solidFill>
                  <a:srgbClr val="0000FF"/>
                </a:solidFill>
                <a:effectLst/>
                <a:latin typeface="Consolas" panose="020B0609020204030204" pitchFamily="49" charset="0"/>
              </a:rPr>
              <a:t>{</a:t>
            </a:r>
            <a:r>
              <a:rPr lang="en-US" sz="1400" b="0" dirty="0">
                <a:solidFill>
                  <a:srgbClr val="0070C1"/>
                </a:solidFill>
                <a:effectLst/>
                <a:latin typeface="Consolas" panose="020B0609020204030204" pitchFamily="49" charset="0"/>
              </a:rPr>
              <a:t>j</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onClickJ</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8" name="Picture 7">
            <a:extLst>
              <a:ext uri="{FF2B5EF4-FFF2-40B4-BE49-F238E27FC236}">
                <a16:creationId xmlns:a16="http://schemas.microsoft.com/office/drawing/2014/main" id="{437F3233-5FE3-35B8-D6D9-A620044C20C9}"/>
              </a:ext>
            </a:extLst>
          </p:cNvPr>
          <p:cNvPicPr>
            <a:picLocks noChangeAspect="1"/>
          </p:cNvPicPr>
          <p:nvPr/>
        </p:nvPicPr>
        <p:blipFill>
          <a:blip r:embed="rId3"/>
          <a:stretch>
            <a:fillRect/>
          </a:stretch>
        </p:blipFill>
        <p:spPr>
          <a:xfrm>
            <a:off x="269913" y="1551404"/>
            <a:ext cx="11497937" cy="2594528"/>
          </a:xfrm>
          <a:prstGeom prst="rect">
            <a:avLst/>
          </a:prstGeom>
        </p:spPr>
      </p:pic>
      <p:pic>
        <p:nvPicPr>
          <p:cNvPr id="10" name="Picture 9">
            <a:extLst>
              <a:ext uri="{FF2B5EF4-FFF2-40B4-BE49-F238E27FC236}">
                <a16:creationId xmlns:a16="http://schemas.microsoft.com/office/drawing/2014/main" id="{C65D8A92-398D-3334-36A1-157C8659F5A6}"/>
              </a:ext>
            </a:extLst>
          </p:cNvPr>
          <p:cNvPicPr>
            <a:picLocks noChangeAspect="1"/>
          </p:cNvPicPr>
          <p:nvPr/>
        </p:nvPicPr>
        <p:blipFill>
          <a:blip r:embed="rId4"/>
          <a:stretch>
            <a:fillRect/>
          </a:stretch>
        </p:blipFill>
        <p:spPr>
          <a:xfrm>
            <a:off x="269912" y="1595726"/>
            <a:ext cx="11497937" cy="3666476"/>
          </a:xfrm>
          <a:prstGeom prst="rect">
            <a:avLst/>
          </a:prstGeom>
        </p:spPr>
      </p:pic>
    </p:spTree>
    <p:extLst>
      <p:ext uri="{BB962C8B-B14F-4D97-AF65-F5344CB8AC3E}">
        <p14:creationId xmlns:p14="http://schemas.microsoft.com/office/powerpoint/2010/main" val="36214538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3221665" y="361790"/>
            <a:ext cx="8132135"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12" name="Picture 11">
            <a:extLst>
              <a:ext uri="{FF2B5EF4-FFF2-40B4-BE49-F238E27FC236}">
                <a16:creationId xmlns:a16="http://schemas.microsoft.com/office/drawing/2014/main" id="{E4A5DC3F-DA64-F3F4-C259-D31E218E9593}"/>
              </a:ext>
            </a:extLst>
          </p:cNvPr>
          <p:cNvPicPr>
            <a:picLocks noChangeAspect="1"/>
          </p:cNvPicPr>
          <p:nvPr/>
        </p:nvPicPr>
        <p:blipFill>
          <a:blip r:embed="rId3"/>
          <a:stretch>
            <a:fillRect/>
          </a:stretch>
        </p:blipFill>
        <p:spPr>
          <a:xfrm>
            <a:off x="496288" y="1640022"/>
            <a:ext cx="11437088" cy="2618322"/>
          </a:xfrm>
          <a:prstGeom prst="rect">
            <a:avLst/>
          </a:prstGeom>
        </p:spPr>
      </p:pic>
      <p:pic>
        <p:nvPicPr>
          <p:cNvPr id="14" name="Picture 13">
            <a:extLst>
              <a:ext uri="{FF2B5EF4-FFF2-40B4-BE49-F238E27FC236}">
                <a16:creationId xmlns:a16="http://schemas.microsoft.com/office/drawing/2014/main" id="{F547D154-4707-10B5-D8F5-17477BA742A7}"/>
              </a:ext>
            </a:extLst>
          </p:cNvPr>
          <p:cNvPicPr>
            <a:picLocks noChangeAspect="1"/>
          </p:cNvPicPr>
          <p:nvPr/>
        </p:nvPicPr>
        <p:blipFill>
          <a:blip r:embed="rId4"/>
          <a:stretch>
            <a:fillRect/>
          </a:stretch>
        </p:blipFill>
        <p:spPr>
          <a:xfrm>
            <a:off x="377456" y="1640022"/>
            <a:ext cx="11555920" cy="4429098"/>
          </a:xfrm>
          <a:prstGeom prst="rect">
            <a:avLst/>
          </a:prstGeom>
        </p:spPr>
      </p:pic>
    </p:spTree>
    <p:extLst>
      <p:ext uri="{BB962C8B-B14F-4D97-AF65-F5344CB8AC3E}">
        <p14:creationId xmlns:p14="http://schemas.microsoft.com/office/powerpoint/2010/main" val="1941355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613EF29-55BA-68FB-007B-53F0516E6CDF}"/>
              </a:ext>
            </a:extLst>
          </p:cNvPr>
          <p:cNvSpPr>
            <a:spLocks noGrp="1"/>
          </p:cNvSpPr>
          <p:nvPr>
            <p:ph type="title"/>
          </p:nvPr>
        </p:nvSpPr>
        <p:spPr/>
        <p:txBody>
          <a:bodyPr/>
          <a:lstStyle/>
          <a:p>
            <a:r>
              <a:rPr lang="en-US" dirty="0"/>
              <a:t>useEffect and </a:t>
            </a:r>
            <a:r>
              <a:rPr lang="en-US" dirty="0" err="1"/>
              <a:t>and</a:t>
            </a:r>
            <a:r>
              <a:rPr lang="en-US" dirty="0"/>
              <a:t> fetch working together</a:t>
            </a:r>
          </a:p>
        </p:txBody>
      </p:sp>
      <p:sp>
        <p:nvSpPr>
          <p:cNvPr id="4" name="Slide Number Placeholder 3">
            <a:extLst>
              <a:ext uri="{FF2B5EF4-FFF2-40B4-BE49-F238E27FC236}">
                <a16:creationId xmlns:a16="http://schemas.microsoft.com/office/drawing/2014/main" id="{5A193A15-23C9-ED38-93A4-8B89643619B8}"/>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21</a:t>
            </a:fld>
            <a:endParaRPr lang="en-US"/>
          </a:p>
        </p:txBody>
      </p:sp>
      <p:sp>
        <p:nvSpPr>
          <p:cNvPr id="7" name="TextBox 6">
            <a:extLst>
              <a:ext uri="{FF2B5EF4-FFF2-40B4-BE49-F238E27FC236}">
                <a16:creationId xmlns:a16="http://schemas.microsoft.com/office/drawing/2014/main" id="{47521E0D-5EC0-AC3B-DCCE-4D328675A86C}"/>
              </a:ext>
            </a:extLst>
          </p:cNvPr>
          <p:cNvSpPr txBox="1"/>
          <p:nvPr/>
        </p:nvSpPr>
        <p:spPr>
          <a:xfrm>
            <a:off x="1408922" y="1443636"/>
            <a:ext cx="9479795" cy="54168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solidFill>
                  <a:srgbClr val="3B3B3B"/>
                </a:solidFill>
                <a:latin typeface="Consolas" panose="020B0609020204030204" pitchFamily="49" charset="0"/>
              </a:rPr>
              <a:t>  </a:t>
            </a:r>
            <a:r>
              <a:rPr lang="en-US" sz="1600" dirty="0">
                <a:solidFill>
                  <a:srgbClr val="008000"/>
                </a:solidFill>
                <a:latin typeface="Consolas" panose="020B0609020204030204" pitchFamily="49" charset="0"/>
              </a:rPr>
              <a:t>// the value of </a:t>
            </a:r>
            <a:r>
              <a:rPr lang="en-US" sz="1600" dirty="0" err="1">
                <a:solidFill>
                  <a:srgbClr val="008000"/>
                </a:solidFill>
                <a:latin typeface="Consolas" panose="020B0609020204030204" pitchFamily="49" charset="0"/>
              </a:rPr>
              <a:t>globalCount</a:t>
            </a:r>
            <a:r>
              <a:rPr lang="en-US" sz="1600" dirty="0">
                <a:solidFill>
                  <a:srgbClr val="008000"/>
                </a:solidFill>
                <a:latin typeface="Consolas" panose="020B0609020204030204" pitchFamily="49" charset="0"/>
              </a:rPr>
              <a:t> will be passed to the children</a:t>
            </a:r>
          </a:p>
          <a:p>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globalCount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sumLocalCounts</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setLocalCountB</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when either local count changes, </a:t>
            </a:r>
            <a:r>
              <a:rPr lang="en-US" sz="1600" b="0" dirty="0" err="1">
                <a:solidFill>
                  <a:srgbClr val="008000"/>
                </a:solidFill>
                <a:effectLst/>
                <a:latin typeface="Consolas" panose="020B0609020204030204" pitchFamily="49" charset="0"/>
              </a:rPr>
              <a:t>recalulate</a:t>
            </a:r>
            <a:r>
              <a:rPr lang="en-US" sz="1600" b="0" dirty="0">
                <a:solidFill>
                  <a:srgbClr val="008000"/>
                </a:solidFill>
                <a:effectLst/>
                <a:latin typeface="Consolas" panose="020B0609020204030204" pitchFamily="49" charset="0"/>
              </a:rPr>
              <a:t> the sum</a:t>
            </a: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useEffect</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"recalculating"</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localCountB</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response</a:t>
            </a:r>
            <a:r>
              <a:rPr lang="en-US" sz="1600" b="0" dirty="0" err="1">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json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sum</a:t>
            </a:r>
            <a:r>
              <a:rPr lang="en-US" sz="1600" b="0" dirty="0" err="1">
                <a:solidFill>
                  <a:srgbClr val="3B3B3B"/>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816649589"/>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516187-8E7F-1AFA-DEC3-356B82A2FC2E}"/>
              </a:ext>
            </a:extLst>
          </p:cNvPr>
          <p:cNvSpPr>
            <a:spLocks noGrp="1"/>
          </p:cNvSpPr>
          <p:nvPr>
            <p:ph type="title"/>
          </p:nvPr>
        </p:nvSpPr>
        <p:spPr/>
        <p:txBody>
          <a:bodyPr/>
          <a:lstStyle/>
          <a:p>
            <a:r>
              <a:rPr lang="en-US" dirty="0"/>
              <a:t>Example: </a:t>
            </a:r>
            <a:r>
              <a:rPr lang="en-US" dirty="0" err="1"/>
              <a:t>useClock</a:t>
            </a:r>
            <a:endParaRPr lang="en-US" dirty="0"/>
          </a:p>
        </p:txBody>
      </p:sp>
      <p:sp>
        <p:nvSpPr>
          <p:cNvPr id="4" name="Slide Number Placeholder 3">
            <a:extLst>
              <a:ext uri="{FF2B5EF4-FFF2-40B4-BE49-F238E27FC236}">
                <a16:creationId xmlns:a16="http://schemas.microsoft.com/office/drawing/2014/main" id="{70B8467F-F4A0-45BB-A845-66F6FFA3CE4A}"/>
              </a:ext>
            </a:extLst>
          </p:cNvPr>
          <p:cNvSpPr>
            <a:spLocks noGrp="1"/>
          </p:cNvSpPr>
          <p:nvPr>
            <p:ph type="sldNum" sz="quarter" idx="2"/>
          </p:nvPr>
        </p:nvSpPr>
        <p:spPr/>
        <p:txBody>
          <a:bodyPr/>
          <a:lstStyle/>
          <a:p>
            <a:fld id="{86CB4B4D-7CA3-9044-876B-883B54F8677D}" type="slidenum">
              <a:rPr lang="en-US" smtClean="0"/>
              <a:t>24</a:t>
            </a:fld>
            <a:endParaRPr lang="en-US"/>
          </a:p>
        </p:txBody>
      </p:sp>
      <p:sp>
        <p:nvSpPr>
          <p:cNvPr id="3" name="TextBox 2">
            <a:extLst>
              <a:ext uri="{FF2B5EF4-FFF2-40B4-BE49-F238E27FC236}">
                <a16:creationId xmlns:a16="http://schemas.microsoft.com/office/drawing/2014/main" id="{03FE4563-AF59-FD3C-5A90-9A8E5AA00999}"/>
              </a:ext>
            </a:extLst>
          </p:cNvPr>
          <p:cNvSpPr txBox="1"/>
          <p:nvPr/>
        </p:nvSpPr>
        <p:spPr>
          <a:xfrm>
            <a:off x="838200" y="1493869"/>
            <a:ext cx="10653215"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SingletonClockFactory</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'../Classes/</a:t>
            </a:r>
            <a:r>
              <a:rPr lang="en-US" b="0" dirty="0" err="1">
                <a:solidFill>
                  <a:srgbClr val="A31515"/>
                </a:solidFill>
                <a:effectLst/>
                <a:latin typeface="Consolas" panose="020B0609020204030204" pitchFamily="49" charset="0"/>
              </a:rPr>
              <a:t>SingletonClockFactory.ts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type</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IClock</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'../Interfaces/</a:t>
            </a:r>
            <a:r>
              <a:rPr lang="en-US" b="0" dirty="0" err="1">
                <a:solidFill>
                  <a:srgbClr val="A31515"/>
                </a:solidFill>
                <a:effectLst/>
                <a:latin typeface="Consolas" panose="020B0609020204030204" pitchFamily="49" charset="0"/>
              </a:rPr>
              <a:t>IClock.ts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takes a listener function as an argument</a:t>
            </a: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returns the clock object</a:t>
            </a: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useClock</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a:solidFill>
                  <a:srgbClr val="267F99"/>
                </a:solidFill>
                <a:effectLst/>
                <a:latin typeface="Consolas" panose="020B0609020204030204" pitchFamily="49" charset="0"/>
              </a:rPr>
              <a:t>void</a:t>
            </a:r>
            <a:r>
              <a:rPr lang="en-US" b="0" dirty="0">
                <a:solidFill>
                  <a:srgbClr val="3B3B3B"/>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getInstance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1000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3BB2A20B-EA8D-6A18-AAE1-5B63675B5391}"/>
              </a:ext>
            </a:extLst>
          </p:cNvPr>
          <p:cNvSpPr/>
          <p:nvPr/>
        </p:nvSpPr>
        <p:spPr>
          <a:xfrm>
            <a:off x="8138348" y="482380"/>
            <a:ext cx="335306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/Hooks/</a:t>
            </a:r>
            <a:r>
              <a:rPr lang="en-US" sz="2400" dirty="0" err="1">
                <a:solidFill>
                  <a:schemeClr val="tx1"/>
                </a:solidFill>
              </a:rPr>
              <a:t>useClock.ts</a:t>
            </a:r>
            <a:endParaRPr lang="en-US" sz="2400" dirty="0">
              <a:solidFill>
                <a:schemeClr val="tx1"/>
              </a:solidFill>
            </a:endParaRPr>
          </a:p>
        </p:txBody>
      </p:sp>
    </p:spTree>
    <p:extLst>
      <p:ext uri="{BB962C8B-B14F-4D97-AF65-F5344CB8AC3E}">
        <p14:creationId xmlns:p14="http://schemas.microsoft.com/office/powerpoint/2010/main" val="2139498976"/>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05F36-2BCE-424A-097C-E22D0214BD0F}"/>
              </a:ext>
            </a:extLst>
          </p:cNvPr>
          <p:cNvSpPr>
            <a:spLocks noGrp="1"/>
          </p:cNvSpPr>
          <p:nvPr>
            <p:ph type="title"/>
          </p:nvPr>
        </p:nvSpPr>
        <p:spPr/>
        <p:txBody>
          <a:bodyPr/>
          <a:lstStyle/>
          <a:p>
            <a:r>
              <a:rPr lang="en-US" dirty="0"/>
              <a:t>Using </a:t>
            </a:r>
            <a:r>
              <a:rPr lang="en-US" dirty="0" err="1"/>
              <a:t>useClock</a:t>
            </a:r>
            <a:endParaRPr lang="en-US" dirty="0"/>
          </a:p>
        </p:txBody>
      </p:sp>
      <p:sp>
        <p:nvSpPr>
          <p:cNvPr id="4" name="TextBox 3">
            <a:extLst>
              <a:ext uri="{FF2B5EF4-FFF2-40B4-BE49-F238E27FC236}">
                <a16:creationId xmlns:a16="http://schemas.microsoft.com/office/drawing/2014/main" id="{9C19FF8C-A42C-CC34-EA75-79137BA17575}"/>
              </a:ext>
            </a:extLst>
          </p:cNvPr>
          <p:cNvSpPr txBox="1"/>
          <p:nvPr/>
        </p:nvSpPr>
        <p:spPr>
          <a:xfrm>
            <a:off x="922021" y="1325563"/>
            <a:ext cx="11370532" cy="547842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AF00DB"/>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err="1">
                <a:solidFill>
                  <a:srgbClr val="001080"/>
                </a:solidFill>
                <a:effectLst/>
                <a:latin typeface="Consolas" panose="020B0609020204030204" pitchFamily="49" charset="0"/>
              </a:rPr>
              <a:t>useClock</a:t>
            </a:r>
            <a:r>
              <a:rPr lang="en-US" sz="1400" b="0" dirty="0">
                <a:solidFill>
                  <a:srgbClr val="000000"/>
                </a:solidFill>
                <a:effectLst/>
                <a:latin typeface="Consolas" panose="020B0609020204030204" pitchFamily="49" charset="0"/>
              </a:rPr>
              <a:t> } </a:t>
            </a:r>
            <a:r>
              <a:rPr lang="en-US" sz="1400" b="0" dirty="0">
                <a:solidFill>
                  <a:srgbClr val="AF00DB"/>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'../Hooks/</a:t>
            </a:r>
            <a:r>
              <a:rPr lang="en-US" sz="1400" b="0" dirty="0" err="1">
                <a:solidFill>
                  <a:srgbClr val="A31515"/>
                </a:solidFill>
                <a:effectLst/>
                <a:latin typeface="Consolas" panose="020B0609020204030204" pitchFamily="49" charset="0"/>
              </a:rPr>
              <a:t>useClock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ClockDisplay</a:t>
            </a:r>
            <a:r>
              <a:rPr lang="en-US" sz="1400" b="0" dirty="0">
                <a:solidFill>
                  <a:srgbClr val="000000"/>
                </a:solidFill>
                <a:effectLst/>
                <a:latin typeface="Consolas" panose="020B0609020204030204" pitchFamily="49" charset="0"/>
              </a:rPr>
              <a:t>(props: {</a:t>
            </a:r>
          </a:p>
          <a:p>
            <a:r>
              <a:rPr lang="en-US" sz="1400" b="0" dirty="0">
                <a:solidFill>
                  <a:srgbClr val="000000"/>
                </a:solidFill>
                <a:effectLst/>
                <a:latin typeface="Consolas" panose="020B0609020204030204" pitchFamily="49" charset="0"/>
              </a:rPr>
              <a:t>    name: string, key: number,</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noisyDelete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boolean</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 = useState(</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incrementLocalTime</a:t>
            </a:r>
            <a:r>
              <a:rPr lang="en-US" sz="1400" b="0" dirty="0">
                <a:solidFill>
                  <a:srgbClr val="000000"/>
                </a:solidFill>
                <a:effectLst/>
                <a:latin typeface="Consolas" panose="020B0609020204030204" pitchFamily="49" charset="0"/>
              </a:rPr>
              <a:t> =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clock:IClock</a:t>
            </a:r>
            <a:r>
              <a:rPr lang="en-US" sz="1400" b="0" dirty="0">
                <a:solidFill>
                  <a:srgbClr val="000000"/>
                </a:solidFill>
                <a:effectLst/>
                <a:highlight>
                  <a:srgbClr val="FFFF00"/>
                </a:highlight>
                <a:latin typeface="Consolas" panose="020B0609020204030204" pitchFamily="49" charset="0"/>
              </a:rPr>
              <a:t> </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useClock</a:t>
            </a:r>
            <a:r>
              <a:rPr lang="en-US" sz="1400" b="0" dirty="0">
                <a:solidFill>
                  <a:srgbClr val="000000"/>
                </a:solidFill>
                <a:effectLst/>
                <a:highlight>
                  <a:srgbClr val="FFFF00"/>
                </a:highligh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incrementLocalTime</a:t>
            </a:r>
            <a:r>
              <a:rPr lang="en-US" sz="1400" b="0" dirty="0">
                <a:solidFill>
                  <a:srgbClr val="000000"/>
                </a:solidFill>
                <a:effectLst/>
                <a:highlight>
                  <a:srgbClr val="FFFF00"/>
                </a:highlight>
                <a:latin typeface="Consolas" panose="020B0609020204030204" pitchFamily="49" charset="0"/>
              </a:rPr>
              <a:t>)</a:t>
            </a: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AiOutlineDelete</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AiOutlinePlus</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p:txBody>
      </p:sp>
      <p:sp>
        <p:nvSpPr>
          <p:cNvPr id="3" name="Slide Number Placeholder 2">
            <a:extLst>
              <a:ext uri="{FF2B5EF4-FFF2-40B4-BE49-F238E27FC236}">
                <a16:creationId xmlns:a16="http://schemas.microsoft.com/office/drawing/2014/main" id="{E161624F-6F64-7188-14CE-27F5868AF190}"/>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Rectangle: Rounded Corners 4">
            <a:extLst>
              <a:ext uri="{FF2B5EF4-FFF2-40B4-BE49-F238E27FC236}">
                <a16:creationId xmlns:a16="http://schemas.microsoft.com/office/drawing/2014/main" id="{71476609-2237-3E45-225B-93A1772E4FA5}"/>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ThreeClocksWithUseClock</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388686682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A somewhat larger 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30</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33</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Example (1): 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marL="0" indent="0">
              <a:spcBef>
                <a:spcPts val="0"/>
              </a:spcBef>
              <a:buNone/>
            </a:pPr>
            <a:r>
              <a:rPr lang="en-US" sz="1700" dirty="0">
                <a:latin typeface="Consolas" panose="020B0609020204030204" pitchFamily="49" charset="0"/>
                <a:cs typeface="Consolas" panose="020B0609020204030204" pitchFamily="49" charset="0"/>
              </a:rPr>
              <a:t>export default function </a:t>
            </a:r>
            <a:r>
              <a:rPr lang="en-US" sz="1700" dirty="0" err="1">
                <a:latin typeface="Consolas" panose="020B0609020204030204" pitchFamily="49" charset="0"/>
                <a:cs typeface="Consolas" panose="020B0609020204030204" pitchFamily="49" charset="0"/>
              </a:rPr>
              <a:t>RandomNASA</a:t>
            </a: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const [image,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&lt;null | string&gt;(null);</a:t>
            </a:r>
          </a:p>
          <a:p>
            <a:pPr marL="0" indent="0">
              <a:spcBef>
                <a:spcPts val="0"/>
              </a:spcBef>
              <a:buNone/>
            </a:pPr>
            <a:r>
              <a:rPr lang="en-US" sz="1700" dirty="0">
                <a:latin typeface="Consolas" panose="020B0609020204030204" pitchFamily="49" charset="0"/>
                <a:cs typeface="Consolas" panose="020B0609020204030204" pitchFamily="49" charset="0"/>
              </a:rPr>
              <a:t>  const [error,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&lt;unknown&gt;(null);</a:t>
            </a:r>
          </a:p>
          <a:p>
            <a:pPr marL="0" indent="0">
              <a:spcBef>
                <a:spcPts val="0"/>
              </a:spcBef>
              <a:buNone/>
            </a:pP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useEffect</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fetch("https://</a:t>
            </a:r>
            <a:r>
              <a:rPr lang="en-US" sz="1700" dirty="0" err="1">
                <a:latin typeface="Consolas" panose="020B0609020204030204" pitchFamily="49" charset="0"/>
                <a:cs typeface="Consolas" panose="020B0609020204030204" pitchFamily="49" charset="0"/>
              </a:rPr>
              <a:t>api.nasa.gov</a:t>
            </a:r>
            <a:r>
              <a:rPr lang="en-US" sz="1700" dirty="0">
                <a:latin typeface="Consolas" panose="020B0609020204030204" pitchFamily="49" charset="0"/>
                <a:cs typeface="Consolas" panose="020B0609020204030204" pitchFamily="49" charset="0"/>
              </a:rPr>
              <a:t>/planetary/</a:t>
            </a:r>
            <a:r>
              <a:rPr lang="en-US" sz="1700" dirty="0" err="1">
                <a:latin typeface="Consolas" panose="020B0609020204030204" pitchFamily="49" charset="0"/>
                <a:cs typeface="Consolas" panose="020B0609020204030204" pitchFamily="49" charset="0"/>
              </a:rPr>
              <a:t>apod?api_key</a:t>
            </a:r>
            <a:r>
              <a:rPr lang="en-US" sz="1700" dirty="0">
                <a:latin typeface="Consolas" panose="020B0609020204030204" pitchFamily="49" charset="0"/>
                <a:cs typeface="Consolas" panose="020B0609020204030204" pitchFamily="49" charset="0"/>
              </a:rPr>
              <a:t>=DEMO_KEY")</a:t>
            </a:r>
          </a:p>
          <a:p>
            <a:pPr marL="0" indent="0">
              <a:spcBef>
                <a:spcPts val="0"/>
              </a:spcBef>
              <a:buNone/>
            </a:pPr>
            <a:r>
              <a:rPr lang="en-US" sz="1700" dirty="0">
                <a:latin typeface="Consolas" panose="020B0609020204030204" pitchFamily="49" charset="0"/>
                <a:cs typeface="Consolas" panose="020B0609020204030204" pitchFamily="49" charset="0"/>
              </a:rPr>
              <a:t>      .then((response) =&gt; </a:t>
            </a:r>
            <a:r>
              <a:rPr lang="en-US" sz="1700" dirty="0" err="1">
                <a:latin typeface="Consolas" panose="020B0609020204030204" pitchFamily="49" charset="0"/>
                <a:cs typeface="Consolas" panose="020B0609020204030204" pitchFamily="49" charset="0"/>
              </a:rPr>
              <a:t>response.json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.then((</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const data = </a:t>
            </a:r>
            <a:r>
              <a:rPr lang="en-US" sz="1700" dirty="0" err="1">
                <a:latin typeface="Consolas" panose="020B0609020204030204" pitchFamily="49" charset="0"/>
                <a:cs typeface="Consolas" panose="020B0609020204030204" pitchFamily="49" charset="0"/>
              </a:rPr>
              <a:t>z.object</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url</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z.string</a:t>
            </a:r>
            <a:r>
              <a:rPr lang="en-US" sz="1700" dirty="0">
                <a:latin typeface="Consolas" panose="020B0609020204030204" pitchFamily="49" charset="0"/>
                <a:cs typeface="Consolas" panose="020B0609020204030204" pitchFamily="49" charset="0"/>
              </a:rPr>
              <a:t>() }).parse(</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a:t>
            </a:r>
            <a:r>
              <a:rPr lang="en-US" sz="1700" dirty="0" err="1">
                <a:latin typeface="Consolas" panose="020B0609020204030204" pitchFamily="49" charset="0"/>
                <a:cs typeface="Consolas" panose="020B0609020204030204" pitchFamily="49" charset="0"/>
              </a:rPr>
              <a:t>data.url</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.catch((err) =&gt;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(err));</a:t>
            </a:r>
          </a:p>
          <a:p>
            <a:pPr marL="0" indent="0">
              <a:spcBef>
                <a:spcPts val="0"/>
              </a:spcBef>
              <a:buNone/>
            </a:pPr>
            <a:r>
              <a:rPr lang="en-US" sz="1700" dirty="0">
                <a:latin typeface="Consolas" panose="020B0609020204030204" pitchFamily="49" charset="0"/>
                <a:cs typeface="Consolas" panose="020B0609020204030204" pitchFamily="49" charset="0"/>
              </a:rPr>
              <a:t>  }, []);</a:t>
            </a: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return error !== null ? (</a:t>
            </a:r>
          </a:p>
          <a:p>
            <a:pPr marL="0" indent="0">
              <a:spcBef>
                <a:spcPts val="0"/>
              </a:spcBef>
              <a:buNone/>
            </a:pPr>
            <a:r>
              <a:rPr lang="en-US" sz="1700" dirty="0">
                <a:latin typeface="Consolas" panose="020B0609020204030204" pitchFamily="49" charset="0"/>
                <a:cs typeface="Consolas" panose="020B0609020204030204" pitchFamily="49" charset="0"/>
              </a:rPr>
              <a:t>    `Could not retrieve image: ${error}`</a:t>
            </a:r>
          </a:p>
          <a:p>
            <a:pPr marL="0" indent="0">
              <a:spcBef>
                <a:spcPts val="0"/>
              </a:spcBef>
              <a:buNone/>
            </a:pPr>
            <a:r>
              <a:rPr lang="en-US" sz="1700" dirty="0">
                <a:latin typeface="Consolas" panose="020B0609020204030204" pitchFamily="49" charset="0"/>
                <a:cs typeface="Consolas" panose="020B0609020204030204" pitchFamily="49" charset="0"/>
              </a:rPr>
              <a:t>  ) : image !== null ? (</a:t>
            </a:r>
          </a:p>
          <a:p>
            <a:pPr marL="0" indent="0">
              <a:spcBef>
                <a:spcPts val="0"/>
              </a:spcBef>
              <a:buNone/>
            </a:pPr>
            <a:r>
              <a:rPr lang="en-US" sz="1700" dirty="0">
                <a:latin typeface="Consolas" panose="020B0609020204030204" pitchFamily="49" charset="0"/>
                <a:cs typeface="Consolas" panose="020B0609020204030204" pitchFamily="49" charset="0"/>
              </a:rPr>
              <a:t>    &lt;</a:t>
            </a:r>
            <a:r>
              <a:rPr lang="en-US" sz="1700" dirty="0" err="1">
                <a:latin typeface="Consolas" panose="020B0609020204030204" pitchFamily="49" charset="0"/>
                <a:cs typeface="Consolas" panose="020B0609020204030204" pitchFamily="49" charset="0"/>
              </a:rPr>
              <a:t>img</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src</a:t>
            </a:r>
            <a:r>
              <a:rPr lang="en-US" sz="1700" dirty="0">
                <a:latin typeface="Consolas" panose="020B0609020204030204" pitchFamily="49" charset="0"/>
                <a:cs typeface="Consolas" panose="020B0609020204030204" pitchFamily="49" charset="0"/>
              </a:rPr>
              <a:t>={image} /&gt;</a:t>
            </a:r>
          </a:p>
          <a:p>
            <a:pPr marL="0" indent="0">
              <a:spcBef>
                <a:spcPts val="0"/>
              </a:spcBef>
              <a:buNone/>
            </a:pPr>
            <a:r>
              <a:rPr lang="en-US" sz="1700" dirty="0">
                <a:latin typeface="Consolas" panose="020B0609020204030204" pitchFamily="49" charset="0"/>
                <a:cs typeface="Consolas" panose="020B0609020204030204" pitchFamily="49" charset="0"/>
              </a:rPr>
              <a:t>  ) : (</a:t>
            </a:r>
          </a:p>
          <a:p>
            <a:pPr marL="0" indent="0">
              <a:spcBef>
                <a:spcPts val="0"/>
              </a:spcBef>
              <a:buNone/>
            </a:pPr>
            <a:r>
              <a:rPr lang="en-US" sz="1700" dirty="0">
                <a:latin typeface="Consolas" panose="020B0609020204030204" pitchFamily="49" charset="0"/>
                <a:cs typeface="Consolas" panose="020B0609020204030204" pitchFamily="49" charset="0"/>
              </a:rPr>
              <a:t>    `Loading...`</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a:t>
            </a:r>
          </a:p>
          <a:p>
            <a:pPr marL="0" indent="0">
              <a:spcBef>
                <a:spcPts val="0"/>
              </a:spcBef>
              <a:buNone/>
            </a:pP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6" name="Rectangle 5">
            <a:extLst>
              <a:ext uri="{FF2B5EF4-FFF2-40B4-BE49-F238E27FC236}">
                <a16:creationId xmlns:a16="http://schemas.microsoft.com/office/drawing/2014/main" id="{A565D72E-4DE5-26D0-762E-7C08F07A1CAC}"/>
              </a:ext>
            </a:extLst>
          </p:cNvPr>
          <p:cNvSpPr/>
          <p:nvPr/>
        </p:nvSpPr>
        <p:spPr>
          <a:xfrm>
            <a:off x="8900989" y="2940741"/>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a:r>
            <a:r>
              <a:rPr kumimoji="0" lang="en-US" sz="1800" b="0" i="1" u="none" strike="noStrike" cap="none" spc="0" normalizeH="0" baseline="0" dirty="0">
                <a:ln>
                  <a:noFill/>
                </a:ln>
                <a:solidFill>
                  <a:srgbClr val="000000"/>
                </a:solidFill>
                <a:effectLst/>
                <a:uFillTx/>
                <a:latin typeface="+mn-lt"/>
                <a:ea typeface="+mn-ea"/>
                <a:cs typeface="+mn-cs"/>
                <a:sym typeface="Calibri"/>
              </a:rPr>
              <a:t>after</a:t>
            </a:r>
            <a:r>
              <a:rPr kumimoji="0" lang="en-US" sz="1800" b="0" u="none" strike="noStrike" cap="none" spc="0" normalizeH="0" baseline="0" dirty="0">
                <a:ln>
                  <a:noFill/>
                </a:ln>
                <a:solidFill>
                  <a:srgbClr val="000000"/>
                </a:solidFill>
                <a:effectLst/>
                <a:uFillTx/>
                <a:latin typeface="+mn-lt"/>
                <a:ea typeface="+mn-ea"/>
                <a:cs typeface="+mn-cs"/>
                <a:sym typeface="Calibri"/>
              </a:rPr>
              <a:t> the fetch returns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8" name="Straight Arrow Connector 7">
            <a:extLst>
              <a:ext uri="{FF2B5EF4-FFF2-40B4-BE49-F238E27FC236}">
                <a16:creationId xmlns:a16="http://schemas.microsoft.com/office/drawing/2014/main" id="{7C5689E2-76CA-CAB7-13ED-8CA13EFD63DA}"/>
              </a:ext>
            </a:extLst>
          </p:cNvPr>
          <p:cNvCxnSpPr>
            <a:stCxn id="6" idx="1"/>
          </p:cNvCxnSpPr>
          <p:nvPr/>
        </p:nvCxnSpPr>
        <p:spPr>
          <a:xfrm flipH="1" flipV="1">
            <a:off x="5974080" y="3048000"/>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9" name="Rectangle 8">
            <a:extLst>
              <a:ext uri="{FF2B5EF4-FFF2-40B4-BE49-F238E27FC236}">
                <a16:creationId xmlns:a16="http://schemas.microsoft.com/office/drawing/2014/main" id="{22C7CF1E-59E1-7FA9-90B7-33D71448EA62}"/>
              </a:ext>
            </a:extLst>
          </p:cNvPr>
          <p:cNvSpPr/>
          <p:nvPr/>
        </p:nvSpPr>
        <p:spPr>
          <a:xfrm>
            <a:off x="8900989" y="3848343"/>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And this function runs after </a:t>
            </a:r>
            <a:r>
              <a:rPr kumimoji="0" lang="en-US" sz="1800" b="0" i="1" u="none" strike="noStrike" cap="none" spc="0" normalizeH="0" baseline="0" dirty="0">
                <a:ln>
                  <a:noFill/>
                </a:ln>
                <a:solidFill>
                  <a:srgbClr val="000000"/>
                </a:solidFill>
                <a:effectLst/>
                <a:uFillTx/>
                <a:latin typeface="+mn-lt"/>
                <a:ea typeface="+mn-ea"/>
                <a:cs typeface="+mn-cs"/>
                <a:sym typeface="Calibri"/>
              </a:rPr>
              <a:t>that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10" name="Straight Arrow Connector 9">
            <a:extLst>
              <a:ext uri="{FF2B5EF4-FFF2-40B4-BE49-F238E27FC236}">
                <a16:creationId xmlns:a16="http://schemas.microsoft.com/office/drawing/2014/main" id="{83653608-CAE7-446D-2605-A41AF4B135AD}"/>
              </a:ext>
            </a:extLst>
          </p:cNvPr>
          <p:cNvCxnSpPr>
            <a:cxnSpLocks/>
            <a:stCxn id="9" idx="1"/>
          </p:cNvCxnSpPr>
          <p:nvPr/>
        </p:nvCxnSpPr>
        <p:spPr>
          <a:xfrm flipH="1" flipV="1">
            <a:off x="5720080" y="3743411"/>
            <a:ext cx="3180909" cy="42809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2" name="Rectangle 11">
            <a:extLst>
              <a:ext uri="{FF2B5EF4-FFF2-40B4-BE49-F238E27FC236}">
                <a16:creationId xmlns:a16="http://schemas.microsoft.com/office/drawing/2014/main" id="{08A0CC7F-AEC8-E577-5225-0EF777A710E2}"/>
              </a:ext>
            </a:extLst>
          </p:cNvPr>
          <p:cNvSpPr/>
          <p:nvPr/>
        </p:nvSpPr>
        <p:spPr>
          <a:xfrm>
            <a:off x="8900989" y="470106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if there’s an error in the previous</a:t>
            </a:r>
          </a:p>
        </p:txBody>
      </p:sp>
      <p:cxnSp>
        <p:nvCxnSpPr>
          <p:cNvPr id="13" name="Straight Arrow Connector 12">
            <a:extLst>
              <a:ext uri="{FF2B5EF4-FFF2-40B4-BE49-F238E27FC236}">
                <a16:creationId xmlns:a16="http://schemas.microsoft.com/office/drawing/2014/main" id="{CBC4FA4A-0087-3A10-9F9D-6339ACB3CE13}"/>
              </a:ext>
            </a:extLst>
          </p:cNvPr>
          <p:cNvCxnSpPr>
            <a:cxnSpLocks/>
            <a:stCxn id="12" idx="1"/>
          </p:cNvCxnSpPr>
          <p:nvPr/>
        </p:nvCxnSpPr>
        <p:spPr>
          <a:xfrm flipH="1" flipV="1">
            <a:off x="5374640" y="4276440"/>
            <a:ext cx="3526349" cy="74778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501685178"/>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normAutofit fontScale="90000"/>
          </a:bodyPr>
          <a:lstStyle/>
          <a:p>
            <a:r>
              <a:rPr lang="en-US" dirty="0"/>
              <a:t>Example (2, 3): Setting Up and Cleaning Up a Chat Subscription or Showing Unread Messages</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199" y="1500159"/>
            <a:ext cx="10515599" cy="4351339"/>
          </a:xfrm>
        </p:spPr>
        <p:txBody>
          <a:bodyPr>
            <a:noAutofit/>
          </a:bodyPr>
          <a:lstStyle/>
          <a:p>
            <a:r>
              <a:rPr lang="en-US" sz="2000" dirty="0" err="1"/>
              <a:t>useEffect</a:t>
            </a:r>
            <a:r>
              <a:rPr lang="en-US" sz="2000" dirty="0"/>
              <a:t>(() =&gt; {</a:t>
            </a:r>
            <a:br>
              <a:rPr lang="en-US" sz="2000" dirty="0"/>
            </a:br>
            <a:r>
              <a:rPr lang="en-US" sz="2000" dirty="0"/>
              <a:t>  const socket = new WebSocket('</a:t>
            </a:r>
            <a:r>
              <a:rPr lang="en-US" sz="2000" dirty="0" err="1"/>
              <a:t>wss</a:t>
            </a:r>
            <a:r>
              <a:rPr lang="en-US" sz="2000" dirty="0"/>
              <a:t>://api.randomsite.com/chat');</a:t>
            </a:r>
            <a:br>
              <a:rPr lang="en-US" sz="2000" dirty="0"/>
            </a:br>
            <a:br>
              <a:rPr lang="en-US" sz="2000" dirty="0"/>
            </a:br>
            <a:r>
              <a:rPr lang="en-US" sz="2000" dirty="0" err="1"/>
              <a:t>socket.onmessage</a:t>
            </a:r>
            <a:r>
              <a:rPr lang="en-US" sz="2000" dirty="0"/>
              <a:t> = (event) =&gt; {</a:t>
            </a:r>
            <a:br>
              <a:rPr lang="en-US" sz="2000" dirty="0"/>
            </a:br>
            <a:r>
              <a:rPr lang="en-US" sz="2000" dirty="0"/>
              <a:t>    const message = </a:t>
            </a:r>
            <a:r>
              <a:rPr lang="en-US" sz="2000" dirty="0" err="1"/>
              <a:t>JSON.parse</a:t>
            </a:r>
            <a:r>
              <a:rPr lang="en-US" sz="2000" dirty="0"/>
              <a:t>(</a:t>
            </a:r>
            <a:r>
              <a:rPr lang="en-US" sz="2000" dirty="0" err="1"/>
              <a:t>event.data</a:t>
            </a:r>
            <a:r>
              <a:rPr lang="en-US" sz="2000" dirty="0"/>
              <a:t>);</a:t>
            </a:r>
            <a:br>
              <a:rPr lang="en-US" sz="2000" dirty="0"/>
            </a:br>
            <a:r>
              <a:rPr lang="en-US" sz="2000" dirty="0"/>
              <a:t>    </a:t>
            </a:r>
            <a:r>
              <a:rPr lang="en-US" sz="2000" dirty="0" err="1"/>
              <a:t>setMessages</a:t>
            </a:r>
            <a:r>
              <a:rPr lang="en-US" sz="2000" dirty="0"/>
              <a:t>((</a:t>
            </a:r>
            <a:r>
              <a:rPr lang="en-US" sz="2000" dirty="0" err="1"/>
              <a:t>prev</a:t>
            </a:r>
            <a:r>
              <a:rPr lang="en-US" sz="2000" dirty="0"/>
              <a:t>) =&gt; [...</a:t>
            </a:r>
            <a:r>
              <a:rPr lang="en-US" sz="2000" dirty="0" err="1"/>
              <a:t>prev</a:t>
            </a:r>
            <a:r>
              <a:rPr lang="en-US" sz="2000" dirty="0"/>
              <a:t>, message]);</a:t>
            </a:r>
            <a:br>
              <a:rPr lang="en-US" sz="2000" dirty="0"/>
            </a:br>
            <a:r>
              <a:rPr lang="en-US" sz="2000" dirty="0"/>
              <a:t>  };</a:t>
            </a:r>
            <a:br>
              <a:rPr lang="en-US" sz="2000" dirty="0"/>
            </a:br>
            <a:r>
              <a:rPr lang="en-US" sz="2000" dirty="0"/>
              <a:t>  return () =&gt; {</a:t>
            </a:r>
            <a:br>
              <a:rPr lang="en-US" sz="2000" dirty="0"/>
            </a:br>
            <a:r>
              <a:rPr lang="en-US" sz="2000" dirty="0"/>
              <a:t>    </a:t>
            </a:r>
            <a:r>
              <a:rPr lang="en-US" sz="2000" dirty="0" err="1"/>
              <a:t>socket.close</a:t>
            </a:r>
            <a:r>
              <a:rPr lang="en-US" sz="2000" dirty="0"/>
              <a:t>(); </a:t>
            </a:r>
            <a:br>
              <a:rPr lang="en-US" sz="2000" dirty="0"/>
            </a:br>
            <a:r>
              <a:rPr lang="en-US" sz="2000" dirty="0"/>
              <a:t>  };</a:t>
            </a:r>
            <a:br>
              <a:rPr lang="en-US" sz="2000" dirty="0"/>
            </a:br>
            <a:r>
              <a:rPr lang="en-US" sz="2000" dirty="0"/>
              <a:t>}, []);</a:t>
            </a: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Rectangle 4">
            <a:extLst>
              <a:ext uri="{FF2B5EF4-FFF2-40B4-BE49-F238E27FC236}">
                <a16:creationId xmlns:a16="http://schemas.microsoft.com/office/drawing/2014/main" id="{53DA4408-D231-D8C8-97BD-0AD8E4BC0D9C}"/>
              </a:ext>
            </a:extLst>
          </p:cNvPr>
          <p:cNvSpPr/>
          <p:nvPr/>
        </p:nvSpPr>
        <p:spPr>
          <a:xfrm>
            <a:off x="7727830" y="374809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cleanup to avoid memory leaks</a:t>
            </a:r>
          </a:p>
        </p:txBody>
      </p:sp>
      <p:cxnSp>
        <p:nvCxnSpPr>
          <p:cNvPr id="6" name="Straight Arrow Connector 5">
            <a:extLst>
              <a:ext uri="{FF2B5EF4-FFF2-40B4-BE49-F238E27FC236}">
                <a16:creationId xmlns:a16="http://schemas.microsoft.com/office/drawing/2014/main" id="{300D10FC-037E-B428-4BF8-746C3800B925}"/>
              </a:ext>
            </a:extLst>
          </p:cNvPr>
          <p:cNvCxnSpPr>
            <a:cxnSpLocks/>
            <a:stCxn id="5" idx="1"/>
          </p:cNvCxnSpPr>
          <p:nvPr/>
        </p:nvCxnSpPr>
        <p:spPr>
          <a:xfrm flipH="1" flipV="1">
            <a:off x="2939970" y="3819197"/>
            <a:ext cx="4787860" cy="252060"/>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7" name="Rectangle 6">
            <a:extLst>
              <a:ext uri="{FF2B5EF4-FFF2-40B4-BE49-F238E27FC236}">
                <a16:creationId xmlns:a16="http://schemas.microsoft.com/office/drawing/2014/main" id="{BEFD0469-9906-EDB2-8C14-B850B47C2D75}"/>
              </a:ext>
            </a:extLst>
          </p:cNvPr>
          <p:cNvSpPr/>
          <p:nvPr/>
        </p:nvSpPr>
        <p:spPr>
          <a:xfrm>
            <a:off x="7727830" y="2392475"/>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allows you to subscribe to live chat messages</a:t>
            </a:r>
          </a:p>
        </p:txBody>
      </p:sp>
      <p:cxnSp>
        <p:nvCxnSpPr>
          <p:cNvPr id="8" name="Straight Arrow Connector 7">
            <a:extLst>
              <a:ext uri="{FF2B5EF4-FFF2-40B4-BE49-F238E27FC236}">
                <a16:creationId xmlns:a16="http://schemas.microsoft.com/office/drawing/2014/main" id="{EF40C15B-EA30-3F0F-96A0-59C8D67E90F4}"/>
              </a:ext>
            </a:extLst>
          </p:cNvPr>
          <p:cNvCxnSpPr>
            <a:stCxn id="7" idx="1"/>
          </p:cNvCxnSpPr>
          <p:nvPr/>
        </p:nvCxnSpPr>
        <p:spPr>
          <a:xfrm flipH="1" flipV="1">
            <a:off x="4800921" y="2499734"/>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0" name="Text Placeholder 2">
            <a:extLst>
              <a:ext uri="{FF2B5EF4-FFF2-40B4-BE49-F238E27FC236}">
                <a16:creationId xmlns:a16="http://schemas.microsoft.com/office/drawing/2014/main" id="{2C25A2A5-D8AA-87A6-13AB-3FBCE9BF4114}"/>
              </a:ext>
            </a:extLst>
          </p:cNvPr>
          <p:cNvSpPr txBox="1">
            <a:spLocks/>
          </p:cNvSpPr>
          <p:nvPr/>
        </p:nvSpPr>
        <p:spPr>
          <a:xfrm>
            <a:off x="838198" y="4957683"/>
            <a:ext cx="10515599" cy="136937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Autofit/>
          </a:bodyPr>
          <a:lst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a:lstStyle>
          <a:p>
            <a:pPr hangingPunct="1"/>
            <a:r>
              <a:rPr lang="en-US" sz="2000" dirty="0" err="1"/>
              <a:t>useEffect</a:t>
            </a:r>
            <a:r>
              <a:rPr lang="en-US" sz="2000" dirty="0"/>
              <a:t>(() =&gt; {</a:t>
            </a:r>
            <a:br>
              <a:rPr lang="en-US" sz="2000" dirty="0"/>
            </a:br>
            <a:r>
              <a:rPr lang="en-US" sz="2000" dirty="0"/>
              <a:t>  </a:t>
            </a:r>
            <a:r>
              <a:rPr lang="en-US" sz="2000" dirty="0" err="1"/>
              <a:t>document.title</a:t>
            </a:r>
            <a:r>
              <a:rPr lang="en-US" sz="2000" dirty="0"/>
              <a:t> = `You have ${</a:t>
            </a:r>
            <a:r>
              <a:rPr lang="en-US" sz="2000" dirty="0" err="1"/>
              <a:t>unreadMsgs</a:t>
            </a:r>
            <a:r>
              <a:rPr lang="en-US" sz="2000" dirty="0"/>
              <a:t>} unread messages`;</a:t>
            </a:r>
            <a:br>
              <a:rPr lang="en-US" sz="2000" dirty="0"/>
            </a:br>
            <a:r>
              <a:rPr lang="en-US" sz="2000" dirty="0"/>
              <a:t>}, [</a:t>
            </a:r>
            <a:r>
              <a:rPr lang="en-US" sz="2000" dirty="0" err="1"/>
              <a:t>unreadMsgs</a:t>
            </a:r>
            <a:r>
              <a:rPr lang="en-US" sz="2000" dirty="0"/>
              <a:t>]);</a:t>
            </a:r>
          </a:p>
        </p:txBody>
      </p:sp>
      <p:sp>
        <p:nvSpPr>
          <p:cNvPr id="12" name="Rectangle 11">
            <a:extLst>
              <a:ext uri="{FF2B5EF4-FFF2-40B4-BE49-F238E27FC236}">
                <a16:creationId xmlns:a16="http://schemas.microsoft.com/office/drawing/2014/main" id="{5E2145EE-7DEB-4CB2-1E61-72A5014FF541}"/>
              </a:ext>
            </a:extLst>
          </p:cNvPr>
          <p:cNvSpPr/>
          <p:nvPr/>
        </p:nvSpPr>
        <p:spPr>
          <a:xfrm>
            <a:off x="8468357" y="4766589"/>
            <a:ext cx="2885440" cy="1200327"/>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updates the browser tab title to show the number of unread messages or notifications</a:t>
            </a:r>
          </a:p>
        </p:txBody>
      </p:sp>
      <p:cxnSp>
        <p:nvCxnSpPr>
          <p:cNvPr id="13" name="Straight Arrow Connector 12">
            <a:extLst>
              <a:ext uri="{FF2B5EF4-FFF2-40B4-BE49-F238E27FC236}">
                <a16:creationId xmlns:a16="http://schemas.microsoft.com/office/drawing/2014/main" id="{EC144913-BAF3-731F-A7FE-52C2ADF863B0}"/>
              </a:ext>
            </a:extLst>
          </p:cNvPr>
          <p:cNvCxnSpPr>
            <a:cxnSpLocks/>
            <a:stCxn id="12" idx="1"/>
          </p:cNvCxnSpPr>
          <p:nvPr/>
        </p:nvCxnSpPr>
        <p:spPr>
          <a:xfrm flipH="1" flipV="1">
            <a:off x="3680497" y="5114692"/>
            <a:ext cx="4787860" cy="252061"/>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0065651"/>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36</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37</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38</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48781-F0D2-805B-C906-843C22AB8885}"/>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9A1B7619-0EDF-A734-9E50-931221B0DD9A}"/>
              </a:ext>
            </a:extLst>
          </p:cNvPr>
          <p:cNvSpPr txBox="1"/>
          <p:nvPr/>
        </p:nvSpPr>
        <p:spPr>
          <a:xfrm>
            <a:off x="1107028" y="2508081"/>
            <a:ext cx="7913915" cy="15696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b="0" dirty="0">
                <a:solidFill>
                  <a:srgbClr val="AF00DB"/>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a:t>
            </a:r>
            <a:r>
              <a:rPr lang="en-US" sz="1600" b="0" dirty="0" err="1">
                <a:solidFill>
                  <a:srgbClr val="001080"/>
                </a:solidFill>
                <a:effectLst/>
                <a:latin typeface="Consolas" panose="020B0609020204030204" pitchFamily="49" charset="0"/>
              </a:rPr>
              <a:t>useContext</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‘react'</a:t>
            </a:r>
            <a:r>
              <a:rPr lang="en-US" sz="1600" b="0" dirty="0">
                <a:solidFill>
                  <a:srgbClr val="000000"/>
                </a:solidFill>
                <a:effectLst/>
                <a:latin typeface="Consolas" panose="020B0609020204030204" pitchFamily="49" charset="0"/>
              </a:rPr>
              <a:t>;</a:t>
            </a:r>
          </a:p>
          <a:p>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myButtonComponent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 theme = </a:t>
            </a:r>
            <a:r>
              <a:rPr lang="en-US" sz="1600" b="0" dirty="0" err="1">
                <a:solidFill>
                  <a:srgbClr val="0000FF"/>
                </a:solidFill>
                <a:effectLst/>
                <a:latin typeface="Consolas" panose="020B0609020204030204" pitchFamily="49" charset="0"/>
              </a:rPr>
              <a:t>useContext</a:t>
            </a:r>
            <a:r>
              <a:rPr lang="en-US" sz="1600" b="0" dirty="0">
                <a:solidFill>
                  <a:srgbClr val="0000FF"/>
                </a:solidFill>
                <a:effectLst/>
                <a:latin typeface="Consolas" panose="020B0609020204030204" pitchFamily="49" charset="0"/>
              </a:rPr>
              <a:t>(</a:t>
            </a:r>
            <a:r>
              <a:rPr lang="en-US" sz="1600" b="0" dirty="0" err="1">
                <a:solidFill>
                  <a:srgbClr val="0000FF"/>
                </a:solidFill>
                <a:effectLst/>
                <a:latin typeface="Consolas" panose="020B0609020204030204" pitchFamily="49" charset="0"/>
              </a:rPr>
              <a:t>ThemeContext</a:t>
            </a:r>
            <a:r>
              <a:rPr lang="en-US" sz="1600" b="0" dirty="0">
                <a:solidFill>
                  <a:srgbClr val="0000FF"/>
                </a:solidFill>
                <a:effectLst/>
                <a:latin typeface="Consolas" panose="020B0609020204030204" pitchFamily="49" charset="0"/>
              </a:rPr>
              <a: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7BA74D5-701D-03EB-9C40-1BDF54E8D3B1}"/>
              </a:ext>
            </a:extLst>
          </p:cNvPr>
          <p:cNvSpPr>
            <a:spLocks noGrp="1"/>
          </p:cNvSpPr>
          <p:nvPr>
            <p:ph type="title"/>
          </p:nvPr>
        </p:nvSpPr>
        <p:spPr/>
        <p:txBody>
          <a:bodyPr>
            <a:normAutofit/>
          </a:bodyPr>
          <a:lstStyle/>
          <a:p>
            <a:r>
              <a:rPr lang="en-US" dirty="0"/>
              <a:t>There are several other React Hooks that might be useful.</a:t>
            </a:r>
          </a:p>
        </p:txBody>
      </p:sp>
      <p:sp>
        <p:nvSpPr>
          <p:cNvPr id="6" name="TextBox 5">
            <a:extLst>
              <a:ext uri="{FF2B5EF4-FFF2-40B4-BE49-F238E27FC236}">
                <a16:creationId xmlns:a16="http://schemas.microsoft.com/office/drawing/2014/main" id="{13D6021F-AF93-BC6B-039D-5A7F53A8E4D3}"/>
              </a:ext>
            </a:extLst>
          </p:cNvPr>
          <p:cNvSpPr txBox="1"/>
          <p:nvPr/>
        </p:nvSpPr>
        <p:spPr>
          <a:xfrm>
            <a:off x="6946711" y="6149326"/>
            <a:ext cx="4479750"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r>
              <a:rPr lang="en-US" dirty="0">
                <a:hlinkClick r:id="rId3"/>
              </a:rPr>
              <a:t>https://react.dev/reference/react/useContext</a:t>
            </a:r>
            <a:r>
              <a:rPr lang="en-US" dirty="0"/>
              <a:t> </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879ECBE7-E97E-6C0E-9EEB-7F117711C529}"/>
              </a:ext>
            </a:extLst>
          </p:cNvPr>
          <p:cNvSpPr>
            <a:spLocks noGrp="1"/>
          </p:cNvSpPr>
          <p:nvPr>
            <p:ph type="sldNum" sz="quarter" idx="2"/>
          </p:nvPr>
        </p:nvSpPr>
        <p:spPr/>
        <p:txBody>
          <a:bodyPr/>
          <a:lstStyle/>
          <a:p>
            <a:fld id="{86CB4B4D-7CA3-9044-876B-883B54F8677D}" type="slidenum">
              <a:rPr lang="en-US" smtClean="0"/>
              <a:t>39</a:t>
            </a:fld>
            <a:endParaRPr lang="en-US"/>
          </a:p>
        </p:txBody>
      </p:sp>
      <p:sp>
        <p:nvSpPr>
          <p:cNvPr id="3" name="Content Placeholder 2">
            <a:extLst>
              <a:ext uri="{FF2B5EF4-FFF2-40B4-BE49-F238E27FC236}">
                <a16:creationId xmlns:a16="http://schemas.microsoft.com/office/drawing/2014/main" id="{CA775DFE-269B-AAB3-687F-3C01C99CF944}"/>
              </a:ext>
            </a:extLst>
          </p:cNvPr>
          <p:cNvSpPr txBox="1">
            <a:spLocks noGrp="1"/>
          </p:cNvSpPr>
          <p:nvPr>
            <p:ph type="body" idx="1"/>
          </p:nvPr>
        </p:nvSpPr>
        <p:spPr>
          <a:xfrm>
            <a:off x="954082" y="1570903"/>
            <a:ext cx="10472379" cy="5092162"/>
          </a:xfrm>
          <a:prstGeom prst="rect">
            <a:avLst/>
          </a:prstGeom>
        </p:spPr>
        <p:txBody>
          <a:bodyPr/>
          <a:lstStyle/>
          <a:p>
            <a:r>
              <a:rPr lang="en-US" dirty="0"/>
              <a:t>React Context allows you to share state between deeply nested components more easily</a:t>
            </a:r>
          </a:p>
          <a:p>
            <a:endParaRPr lang="en-US" dirty="0"/>
          </a:p>
          <a:p>
            <a:endParaRPr lang="en-US" dirty="0"/>
          </a:p>
          <a:p>
            <a:endParaRPr lang="en-US" dirty="0"/>
          </a:p>
          <a:p>
            <a:endParaRPr lang="en-US" dirty="0"/>
          </a:p>
          <a:p>
            <a:r>
              <a:rPr lang="en-US" dirty="0" err="1"/>
              <a:t>useRef</a:t>
            </a:r>
            <a:r>
              <a:rPr lang="en-US" dirty="0"/>
              <a:t> Hook lets you reference a value that’s not needed for rendering</a:t>
            </a:r>
          </a:p>
          <a:p>
            <a:r>
              <a:rPr lang="en-US" dirty="0" err="1"/>
              <a:t>useEffectEvent</a:t>
            </a:r>
            <a:r>
              <a:rPr lang="en-US" dirty="0"/>
              <a:t> Hook lets you extract non-reactive logic from your Effects into a reusable function.</a:t>
            </a:r>
          </a:p>
        </p:txBody>
      </p:sp>
    </p:spTree>
    <p:extLst>
      <p:ext uri="{BB962C8B-B14F-4D97-AF65-F5344CB8AC3E}">
        <p14:creationId xmlns:p14="http://schemas.microsoft.com/office/powerpoint/2010/main" val="1926389287"/>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40</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We'll be using a package called "Playwright" to do this.</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41</a:t>
            </a:fld>
            <a:endParaRPr/>
          </a:p>
        </p:txBody>
      </p:sp>
    </p:spTree>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42</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FEC82-137D-2358-6AC6-19932168E54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3D95BBB-6DA9-9357-A5E4-7318E7969ED2}"/>
              </a:ext>
            </a:extLst>
          </p:cNvPr>
          <p:cNvGraphicFramePr>
            <a:graphicFrameLocks noGrp="1"/>
          </p:cNvGraphicFramePr>
          <p:nvPr/>
        </p:nvGraphicFramePr>
        <p:xfrm>
          <a:off x="859972" y="1603065"/>
          <a:ext cx="8356218" cy="4639796"/>
        </p:xfrm>
        <a:graphic>
          <a:graphicData uri="http://schemas.openxmlformats.org/drawingml/2006/table">
            <a:tbl>
              <a:tblPr firstRow="1" bandRow="1">
                <a:tableStyleId>{5940675A-B579-460E-94D1-54222C63F5DA}</a:tableStyleId>
              </a:tblPr>
              <a:tblGrid>
                <a:gridCol w="3023543">
                  <a:extLst>
                    <a:ext uri="{9D8B030D-6E8A-4147-A177-3AD203B41FA5}">
                      <a16:colId xmlns:a16="http://schemas.microsoft.com/office/drawing/2014/main" val="753566598"/>
                    </a:ext>
                  </a:extLst>
                </a:gridCol>
                <a:gridCol w="5332675">
                  <a:extLst>
                    <a:ext uri="{9D8B030D-6E8A-4147-A177-3AD203B41FA5}">
                      <a16:colId xmlns:a16="http://schemas.microsoft.com/office/drawing/2014/main" val="2810399039"/>
                    </a:ext>
                  </a:extLst>
                </a:gridCol>
              </a:tblGrid>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goto</a:t>
                      </a:r>
                      <a:r>
                        <a:rPr lang="en-US" sz="2400" dirty="0">
                          <a:latin typeface="Consolas" panose="020B0609020204030204" pitchFamily="49" charset="0"/>
                        </a:rPr>
                        <a:t>()</a:t>
                      </a:r>
                    </a:p>
                  </a:txBody>
                  <a:tcPr anchor="ctr"/>
                </a:tc>
                <a:tc>
                  <a:txBody>
                    <a:bodyPr/>
                    <a:lstStyle/>
                    <a:p>
                      <a:pPr algn="l"/>
                      <a:r>
                        <a:rPr lang="en-US" sz="2400" dirty="0">
                          <a:latin typeface="+mn-lt"/>
                        </a:rPr>
                        <a:t>Navigate to a URL. Many tests begin with this command.</a:t>
                      </a:r>
                    </a:p>
                  </a:txBody>
                  <a:tcPr anchor="ctr"/>
                </a:tc>
                <a:extLst>
                  <a:ext uri="{0D108BD9-81ED-4DB2-BD59-A6C34878D82A}">
                    <a16:rowId xmlns:a16="http://schemas.microsoft.com/office/drawing/2014/main" val="3551947148"/>
                  </a:ext>
                </a:extLst>
              </a:tr>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getByLabel</a:t>
                      </a:r>
                      <a:r>
                        <a:rPr lang="en-US" sz="2400" dirty="0">
                          <a:latin typeface="Consolas" panose="020B0609020204030204" pitchFamily="49" charset="0"/>
                        </a:rPr>
                        <a:t>()</a:t>
                      </a:r>
                    </a:p>
                  </a:txBody>
                  <a:tcPr anchor="ctr"/>
                </a:tc>
                <a:tc>
                  <a:txBody>
                    <a:bodyPr/>
                    <a:lstStyle/>
                    <a:p>
                      <a:pPr algn="l"/>
                      <a:r>
                        <a:rPr lang="en-US" sz="2400" dirty="0">
                          <a:latin typeface="+mn-lt"/>
                        </a:rPr>
                        <a:t>Find form elements by their associated label text.</a:t>
                      </a:r>
                    </a:p>
                  </a:txBody>
                  <a:tcPr anchor="ctr"/>
                </a:tc>
                <a:extLst>
                  <a:ext uri="{0D108BD9-81ED-4DB2-BD59-A6C34878D82A}">
                    <a16:rowId xmlns:a16="http://schemas.microsoft.com/office/drawing/2014/main" val="629116516"/>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getByRole</a:t>
                      </a:r>
                      <a:r>
                        <a:rPr lang="en-US" sz="2400" dirty="0">
                          <a:latin typeface="Consolas" panose="020B0609020204030204" pitchFamily="49" charset="0"/>
                        </a:rPr>
                        <a: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latin typeface="+mn-lt"/>
                        </a:rPr>
                        <a:t>Find elements by their ARIA role(button, textbox, </a:t>
                      </a:r>
                      <a:r>
                        <a:rPr lang="en-US" sz="2400" dirty="0" err="1">
                          <a:latin typeface="+mn-lt"/>
                        </a:rPr>
                        <a:t>etc</a:t>
                      </a:r>
                      <a:r>
                        <a:rPr lang="en-US" sz="2400" dirty="0">
                          <a:latin typeface="+mn-lt"/>
                        </a:rPr>
                        <a:t>) .</a:t>
                      </a:r>
                    </a:p>
                  </a:txBody>
                  <a:tcPr anchor="ctr"/>
                </a:tc>
                <a:extLst>
                  <a:ext uri="{0D108BD9-81ED-4DB2-BD59-A6C34878D82A}">
                    <a16:rowId xmlns:a16="http://schemas.microsoft.com/office/drawing/2014/main" val="218558270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getByText</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Find elements by their text content.</a:t>
                      </a:r>
                      <a:endParaRPr lang="en-US" sz="2400" dirty="0">
                        <a:latin typeface="+mn-lt"/>
                      </a:endParaRPr>
                    </a:p>
                  </a:txBody>
                  <a:tcPr anchor="ctr"/>
                </a:tc>
                <a:extLst>
                  <a:ext uri="{0D108BD9-81ED-4DB2-BD59-A6C34878D82A}">
                    <a16:rowId xmlns:a16="http://schemas.microsoft.com/office/drawing/2014/main" val="425910652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waitForURL</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Wait for navigation to complete to a specific URL.</a:t>
                      </a:r>
                      <a:endParaRPr lang="en-US" sz="2400" dirty="0">
                        <a:latin typeface="+mn-lt"/>
                      </a:endParaRPr>
                    </a:p>
                  </a:txBody>
                  <a:tcPr anchor="ctr"/>
                </a:tc>
                <a:extLst>
                  <a:ext uri="{0D108BD9-81ED-4DB2-BD59-A6C34878D82A}">
                    <a16:rowId xmlns:a16="http://schemas.microsoft.com/office/drawing/2014/main" val="1878514729"/>
                  </a:ext>
                </a:extLst>
              </a:tr>
              <a:tr h="673978">
                <a:tc>
                  <a:txBody>
                    <a:bodyPr/>
                    <a:lstStyle/>
                    <a:p>
                      <a:pPr algn="l"/>
                      <a:r>
                        <a:rPr lang="en-US" sz="2400" dirty="0">
                          <a:latin typeface="Consolas" panose="020B0609020204030204" pitchFamily="49" charset="0"/>
                        </a:rPr>
                        <a:t>.fill()</a:t>
                      </a:r>
                    </a:p>
                  </a:txBody>
                  <a:tcPr anchor="ctr"/>
                </a:tc>
                <a:tc>
                  <a:txBody>
                    <a:bodyPr/>
                    <a:lstStyle/>
                    <a:p>
                      <a:pPr algn="l"/>
                      <a:r>
                        <a:rPr lang="en-US" sz="2400" dirty="0">
                          <a:latin typeface="+mn-lt"/>
                        </a:rPr>
                        <a:t>Type text into an input field.</a:t>
                      </a:r>
                    </a:p>
                  </a:txBody>
                  <a:tcPr anchor="ctr"/>
                </a:tc>
                <a:extLst>
                  <a:ext uri="{0D108BD9-81ED-4DB2-BD59-A6C34878D82A}">
                    <a16:rowId xmlns:a16="http://schemas.microsoft.com/office/drawing/2014/main" val="353966166"/>
                  </a:ext>
                </a:extLst>
              </a:tr>
            </a:tbl>
          </a:graphicData>
        </a:graphic>
      </p:graphicFrame>
      <p:sp>
        <p:nvSpPr>
          <p:cNvPr id="2" name="Title 1">
            <a:extLst>
              <a:ext uri="{FF2B5EF4-FFF2-40B4-BE49-F238E27FC236}">
                <a16:creationId xmlns:a16="http://schemas.microsoft.com/office/drawing/2014/main" id="{3B46CECC-028E-6606-7BE1-00CAFC883466}"/>
              </a:ext>
            </a:extLst>
          </p:cNvPr>
          <p:cNvSpPr>
            <a:spLocks noGrp="1"/>
          </p:cNvSpPr>
          <p:nvPr>
            <p:ph type="title"/>
          </p:nvPr>
        </p:nvSpPr>
        <p:spPr/>
        <p:txBody>
          <a:bodyPr/>
          <a:lstStyle/>
          <a:p>
            <a:r>
              <a:rPr lang="en-US" dirty="0"/>
              <a:t>Playwright commands work on a ”page object”</a:t>
            </a:r>
          </a:p>
        </p:txBody>
      </p:sp>
      <p:sp>
        <p:nvSpPr>
          <p:cNvPr id="6" name="Text Placeholder 5">
            <a:extLst>
              <a:ext uri="{FF2B5EF4-FFF2-40B4-BE49-F238E27FC236}">
                <a16:creationId xmlns:a16="http://schemas.microsoft.com/office/drawing/2014/main" id="{9846FFD6-A4A7-5D41-E6A4-1111DE10FA34}"/>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3F092F16-E45C-E8B6-79B8-035A0F3FAC77}"/>
              </a:ext>
            </a:extLst>
          </p:cNvPr>
          <p:cNvSpPr>
            <a:spLocks noGrp="1"/>
          </p:cNvSpPr>
          <p:nvPr>
            <p:ph type="sldNum" sz="quarter" idx="2"/>
          </p:nvPr>
        </p:nvSpPr>
        <p:spPr/>
        <p:txBody>
          <a:bodyPr/>
          <a:lstStyle/>
          <a:p>
            <a:fld id="{86CB4B4D-7CA3-9044-876B-883B54F8677D}" type="slidenum">
              <a:rPr lang="en-US" smtClean="0"/>
              <a:t>43</a:t>
            </a:fld>
            <a:endParaRPr lang="en-US"/>
          </a:p>
        </p:txBody>
      </p:sp>
      <p:sp>
        <p:nvSpPr>
          <p:cNvPr id="7" name="TextBox 6">
            <a:extLst>
              <a:ext uri="{FF2B5EF4-FFF2-40B4-BE49-F238E27FC236}">
                <a16:creationId xmlns:a16="http://schemas.microsoft.com/office/drawing/2014/main" id="{50EF810F-CA48-10EB-5F2E-EDA1290F6567}"/>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a:r>
              <a:rPr lang="en-US" dirty="0"/>
              <a:t> </a:t>
            </a:r>
            <a:r>
              <a:rPr lang="en-US" dirty="0">
                <a:hlinkClick r:id="rId3"/>
              </a:rPr>
              <a:t>https://playwright.dev/docs/locators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02443182"/>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B457-F9F1-917E-35BA-5C4C3D39CE1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79ABFD-4FF0-2EC8-7F7E-1885AC09DEFE}"/>
              </a:ext>
            </a:extLst>
          </p:cNvPr>
          <p:cNvSpPr>
            <a:spLocks noGrp="1"/>
          </p:cNvSpPr>
          <p:nvPr>
            <p:ph type="title"/>
          </p:nvPr>
        </p:nvSpPr>
        <p:spPr/>
        <p:txBody>
          <a:bodyPr>
            <a:normAutofit/>
          </a:bodyPr>
          <a:lstStyle/>
          <a:p>
            <a:r>
              <a:rPr lang="en-US" sz="3200" dirty="0"/>
              <a:t>A typical playwright test</a:t>
            </a:r>
          </a:p>
        </p:txBody>
      </p:sp>
      <p:sp>
        <p:nvSpPr>
          <p:cNvPr id="4" name="Slide Number Placeholder 3">
            <a:extLst>
              <a:ext uri="{FF2B5EF4-FFF2-40B4-BE49-F238E27FC236}">
                <a16:creationId xmlns:a16="http://schemas.microsoft.com/office/drawing/2014/main" id="{872FDCDB-8EB8-ADDF-DA48-F898B6A656E3}"/>
              </a:ext>
            </a:extLst>
          </p:cNvPr>
          <p:cNvSpPr>
            <a:spLocks noGrp="1"/>
          </p:cNvSpPr>
          <p:nvPr>
            <p:ph type="sldNum" sz="quarter" idx="2"/>
          </p:nvPr>
        </p:nvSpPr>
        <p:spPr/>
        <p:txBody>
          <a:bodyPr/>
          <a:lstStyle/>
          <a:p>
            <a:fld id="{86CB4B4D-7CA3-9044-876B-883B54F8677D}" type="slidenum">
              <a:rPr lang="en-US" smtClean="0"/>
              <a:t>44</a:t>
            </a:fld>
            <a:endParaRPr lang="en-US"/>
          </a:p>
        </p:txBody>
      </p:sp>
      <p:sp>
        <p:nvSpPr>
          <p:cNvPr id="7" name="TextBox 6">
            <a:extLst>
              <a:ext uri="{FF2B5EF4-FFF2-40B4-BE49-F238E27FC236}">
                <a16:creationId xmlns:a16="http://schemas.microsoft.com/office/drawing/2014/main" id="{10A3296C-25F8-C019-FD82-78E03928E642}"/>
              </a:ext>
            </a:extLst>
          </p:cNvPr>
          <p:cNvSpPr txBox="1"/>
          <p:nvPr/>
        </p:nvSpPr>
        <p:spPr>
          <a:xfrm>
            <a:off x="838200" y="1487666"/>
            <a:ext cx="10515600" cy="501675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solidFill>
                  <a:schemeClr val="accent4">
                    <a:lumMod val="75000"/>
                  </a:schemeClr>
                </a:solidFill>
                <a:latin typeface="Consolas" panose="020B0609020204030204" pitchFamily="49" charset="0"/>
              </a:rPr>
              <a:t>test</a:t>
            </a:r>
            <a:r>
              <a:rPr lang="en-US" sz="2000" dirty="0">
                <a:latin typeface="Consolas" panose="020B0609020204030204" pitchFamily="49" charset="0"/>
              </a:rPr>
              <a:t>(</a:t>
            </a:r>
            <a:r>
              <a:rPr lang="en-US" sz="2000" dirty="0">
                <a:solidFill>
                  <a:srgbClr val="C00000"/>
                </a:solidFill>
                <a:latin typeface="Consolas" panose="020B0609020204030204" pitchFamily="49" charset="0"/>
              </a:rPr>
              <a:t>'should allow an existing user to log in</a:t>
            </a:r>
            <a:r>
              <a:rPr lang="en-US" sz="2000" dirty="0">
                <a:latin typeface="Consolas" panose="020B0609020204030204" pitchFamily="49" charset="0"/>
              </a:rPr>
              <a:t>', async ({ page }) =&gt; {</a:t>
            </a: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goto</a:t>
            </a:r>
            <a:r>
              <a:rPr lang="en-US" sz="2000" dirty="0">
                <a:latin typeface="Consolas" panose="020B0609020204030204" pitchFamily="49" charset="0"/>
              </a:rPr>
              <a:t>('</a:t>
            </a:r>
            <a:r>
              <a:rPr lang="en-US" sz="2000" dirty="0">
                <a:solidFill>
                  <a:srgbClr val="C00000"/>
                </a:solidFill>
                <a:latin typeface="Consolas" panose="020B0609020204030204" pitchFamily="49" charset="0"/>
              </a:rPr>
              <a:t>/login</a:t>
            </a:r>
            <a:r>
              <a:rPr lang="en-US" sz="2000" dirty="0">
                <a:latin typeface="Consolas" panose="020B0609020204030204" pitchFamily="49" charset="0"/>
              </a:rPr>
              <a:t>');</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Username</a:t>
            </a:r>
            <a:r>
              <a:rPr lang="en-US" sz="2000" dirty="0">
                <a:latin typeface="Consolas" panose="020B0609020204030204" pitchFamily="49" charset="0"/>
              </a:rPr>
              <a:t>’)</a:t>
            </a:r>
          </a:p>
          <a:p>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("Frau Drei");</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Password</a:t>
            </a:r>
            <a:r>
              <a:rPr lang="en-US" sz="2000" dirty="0">
                <a:latin typeface="Consolas" panose="020B0609020204030204" pitchFamily="49" charset="0"/>
              </a:rPr>
              <a:t>’,</a:t>
            </a:r>
          </a:p>
          <a:p>
            <a:r>
              <a:rPr lang="en-US" sz="2000" dirty="0">
                <a:latin typeface="Consolas" panose="020B0609020204030204" pitchFamily="49" charset="0"/>
              </a:rPr>
              <a:t> { exact: true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(password);</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getByRole</a:t>
            </a:r>
            <a:r>
              <a:rPr lang="en-US" sz="2000" dirty="0">
                <a:latin typeface="Consolas" panose="020B0609020204030204" pitchFamily="49" charset="0"/>
              </a:rPr>
              <a:t>('</a:t>
            </a:r>
            <a:r>
              <a:rPr lang="en-US" sz="2000" dirty="0">
                <a:solidFill>
                  <a:srgbClr val="C00000"/>
                </a:solidFill>
                <a:latin typeface="Consolas" panose="020B0609020204030204" pitchFamily="49" charset="0"/>
              </a:rPr>
              <a:t>button</a:t>
            </a:r>
            <a:r>
              <a:rPr lang="en-US" sz="2000" dirty="0">
                <a:latin typeface="Consolas" panose="020B0609020204030204" pitchFamily="49" charset="0"/>
              </a:rPr>
              <a:t>’, </a:t>
            </a:r>
          </a:p>
          <a:p>
            <a:r>
              <a:rPr lang="en-US" sz="2000" dirty="0">
                <a:latin typeface="Consolas" panose="020B0609020204030204" pitchFamily="49" charset="0"/>
              </a:rPr>
              <a:t> { name: '</a:t>
            </a:r>
            <a:r>
              <a:rPr lang="en-US" sz="2000" dirty="0">
                <a:solidFill>
                  <a:srgbClr val="C00000"/>
                </a:solidFill>
                <a:latin typeface="Consolas" panose="020B0609020204030204" pitchFamily="49" charset="0"/>
              </a:rPr>
              <a:t>Log In</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click</a:t>
            </a:r>
            <a:r>
              <a:rPr lang="en-US" sz="2000" dirty="0">
                <a:latin typeface="Consolas" panose="020B0609020204030204" pitchFamily="49" charset="0"/>
              </a:rPr>
              <a:t>();</a:t>
            </a:r>
          </a:p>
          <a:p>
            <a:endParaRPr lang="en-US" sz="2000" dirty="0">
              <a:latin typeface="Consolas" panose="020B0609020204030204" pitchFamily="49" charset="0"/>
            </a:endParaRP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waitForURL</a:t>
            </a:r>
            <a:r>
              <a:rPr lang="en-US" sz="2000" dirty="0">
                <a:latin typeface="Consolas" panose="020B0609020204030204" pitchFamily="49" charset="0"/>
              </a:rPr>
              <a:t>('</a:t>
            </a:r>
            <a:r>
              <a:rPr lang="en-US" sz="2000" dirty="0">
                <a:solidFill>
                  <a:srgbClr val="C00000"/>
                </a:solidFill>
                <a:latin typeface="Consolas" panose="020B0609020204030204" pitchFamily="49" charset="0"/>
              </a:rPr>
              <a:t>/</a:t>
            </a:r>
            <a:r>
              <a:rPr lang="en-US" sz="2000" dirty="0">
                <a:latin typeface="Consolas" panose="020B0609020204030204" pitchFamily="49" charset="0"/>
              </a:rPr>
              <a:t>');</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expect</a:t>
            </a:r>
            <a:r>
              <a:rPr lang="en-US" sz="2000" dirty="0">
                <a:latin typeface="Consolas" panose="020B0609020204030204" pitchFamily="49" charset="0"/>
              </a:rPr>
              <a:t>(</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getByText</a:t>
            </a:r>
            <a:endParaRPr lang="en-US" sz="2000" dirty="0">
              <a:solidFill>
                <a:schemeClr val="accent4">
                  <a:lumMod val="75000"/>
                </a:schemeClr>
              </a:solidFill>
              <a:latin typeface="Consolas" panose="020B0609020204030204" pitchFamily="49" charset="0"/>
            </a:endParaRPr>
          </a:p>
          <a:p>
            <a:r>
              <a:rPr lang="en-US" sz="2000" dirty="0">
                <a:latin typeface="Consolas" panose="020B0609020204030204" pitchFamily="49" charset="0"/>
              </a:rPr>
              <a:t> ('</a:t>
            </a:r>
            <a:r>
              <a:rPr lang="en-US" sz="2000" dirty="0">
                <a:solidFill>
                  <a:srgbClr val="C00000"/>
                </a:solidFill>
                <a:latin typeface="Consolas" panose="020B0609020204030204" pitchFamily="49" charset="0"/>
              </a:rPr>
              <a:t>signed in as Frau Drei</a:t>
            </a:r>
            <a:r>
              <a:rPr lang="en-US" sz="2000" dirty="0">
                <a:latin typeface="Consolas" panose="020B0609020204030204" pitchFamily="49" charset="0"/>
              </a:rPr>
              <a:t>')).</a:t>
            </a:r>
            <a:r>
              <a:rPr lang="en-US" sz="2000" dirty="0" err="1">
                <a:solidFill>
                  <a:schemeClr val="accent4">
                    <a:lumMod val="75000"/>
                  </a:schemeClr>
                </a:solidFill>
                <a:latin typeface="Consolas" panose="020B0609020204030204" pitchFamily="49" charset="0"/>
              </a:rPr>
              <a:t>toBeVisible</a:t>
            </a:r>
            <a:r>
              <a:rPr lang="en-US" sz="2000" dirty="0">
                <a:latin typeface="Consolas" panose="020B0609020204030204" pitchFamily="49" charset="0"/>
              </a:rPr>
              <a:t>();</a:t>
            </a:r>
          </a:p>
          <a:p>
            <a:r>
              <a:rPr lang="en-US" sz="2000" dirty="0">
                <a:latin typeface="Consolas" panose="020B0609020204030204" pitchFamily="49" charset="0"/>
              </a:rPr>
              <a:t> });</a:t>
            </a:r>
            <a:endParaRPr lang="en-US" sz="2000" b="0" dirty="0">
              <a:solidFill>
                <a:srgbClr val="000000"/>
              </a:solidFill>
              <a:effectLst/>
              <a:latin typeface="Consolas" panose="020B0609020204030204" pitchFamily="49" charset="0"/>
            </a:endParaRPr>
          </a:p>
        </p:txBody>
      </p:sp>
      <p:grpSp>
        <p:nvGrpSpPr>
          <p:cNvPr id="8" name="Group 7">
            <a:extLst>
              <a:ext uri="{FF2B5EF4-FFF2-40B4-BE49-F238E27FC236}">
                <a16:creationId xmlns:a16="http://schemas.microsoft.com/office/drawing/2014/main" id="{BBD9934C-E2E5-50F5-3AAB-83C2BD158862}"/>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301890F5-DECB-5595-A7CE-2BB3BA25F756}"/>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(navigate to the page)</a:t>
              </a:r>
            </a:p>
          </p:txBody>
        </p:sp>
        <p:cxnSp>
          <p:nvCxnSpPr>
            <p:cNvPr id="10" name="Straight Arrow Connector 9">
              <a:extLst>
                <a:ext uri="{FF2B5EF4-FFF2-40B4-BE49-F238E27FC236}">
                  <a16:creationId xmlns:a16="http://schemas.microsoft.com/office/drawing/2014/main" id="{70565DE9-D547-3DDF-B8A0-8A81B70123EB}"/>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47B294C8-2E06-961D-C2B4-E5BBB066FF02}"/>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233DBD62-126A-B543-22E6-6CAA6DE01C61}"/>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(fill form and click login)</a:t>
              </a:r>
            </a:p>
          </p:txBody>
        </p:sp>
        <p:cxnSp>
          <p:nvCxnSpPr>
            <p:cNvPr id="13" name="Straight Arrow Connector 12">
              <a:extLst>
                <a:ext uri="{FF2B5EF4-FFF2-40B4-BE49-F238E27FC236}">
                  <a16:creationId xmlns:a16="http://schemas.microsoft.com/office/drawing/2014/main" id="{CF6FB827-17C2-583E-3BFA-1ED17EE426D5}"/>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882143F-D9F7-2125-3F96-84C74E5B329A}"/>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B82932F9-E88A-C1E9-8D7D-37E292BD8A3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5798E547-68AC-D074-CDC4-F472DB66C9A2}"/>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1E44EF33-40EF-CD11-0E36-8A28D99F3B0E}"/>
              </a:ext>
            </a:extLst>
          </p:cNvPr>
          <p:cNvSpPr/>
          <p:nvPr/>
        </p:nvSpPr>
        <p:spPr>
          <a:xfrm>
            <a:off x="6302829" y="335215"/>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client/tests/end-to-end/login.e2e.spec.ts</a:t>
            </a:r>
          </a:p>
        </p:txBody>
      </p:sp>
      <p:sp>
        <p:nvSpPr>
          <p:cNvPr id="2" name="TextBox 1">
            <a:extLst>
              <a:ext uri="{FF2B5EF4-FFF2-40B4-BE49-F238E27FC236}">
                <a16:creationId xmlns:a16="http://schemas.microsoft.com/office/drawing/2014/main" id="{D9AE3514-1C8A-A1E1-A312-57C9EAF0B9E8}"/>
              </a:ext>
            </a:extLst>
          </p:cNvPr>
          <p:cNvSpPr txBox="1"/>
          <p:nvPr/>
        </p:nvSpPr>
        <p:spPr>
          <a:xfrm>
            <a:off x="5342021" y="6167088"/>
            <a:ext cx="5556326"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playwright test</a:t>
            </a:r>
          </a:p>
        </p:txBody>
      </p:sp>
    </p:spTree>
    <p:extLst>
      <p:ext uri="{BB962C8B-B14F-4D97-AF65-F5344CB8AC3E}">
        <p14:creationId xmlns:p14="http://schemas.microsoft.com/office/powerpoint/2010/main" val="28802202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A2C8D87-542D-8E57-1741-3609007A08D2}"/>
              </a:ext>
            </a:extLst>
          </p:cNvPr>
          <p:cNvGraphicFramePr>
            <a:graphicFrameLocks noGrp="1"/>
          </p:cNvGraphicFramePr>
          <p:nvPr>
            <p:extLst>
              <p:ext uri="{D42A27DB-BD31-4B8C-83A1-F6EECF244321}">
                <p14:modId xmlns:p14="http://schemas.microsoft.com/office/powerpoint/2010/main" val="2498032163"/>
              </p:ext>
            </p:extLst>
          </p:nvPr>
        </p:nvGraphicFramePr>
        <p:xfrm>
          <a:off x="859971" y="1603065"/>
          <a:ext cx="8363641" cy="4396110"/>
        </p:xfrm>
        <a:graphic>
          <a:graphicData uri="http://schemas.openxmlformats.org/drawingml/2006/table">
            <a:tbl>
              <a:tblPr firstRow="1" bandRow="1">
                <a:tableStyleId>{5940675A-B579-460E-94D1-54222C63F5DA}</a:tableStyleId>
              </a:tblPr>
              <a:tblGrid>
                <a:gridCol w="3026229">
                  <a:extLst>
                    <a:ext uri="{9D8B030D-6E8A-4147-A177-3AD203B41FA5}">
                      <a16:colId xmlns:a16="http://schemas.microsoft.com/office/drawing/2014/main" val="753566598"/>
                    </a:ext>
                  </a:extLst>
                </a:gridCol>
                <a:gridCol w="5337412">
                  <a:extLst>
                    <a:ext uri="{9D8B030D-6E8A-4147-A177-3AD203B41FA5}">
                      <a16:colId xmlns:a16="http://schemas.microsoft.com/office/drawing/2014/main" val="2810399039"/>
                    </a:ext>
                  </a:extLst>
                </a:gridCol>
              </a:tblGrid>
              <a:tr h="835450">
                <a:tc>
                  <a:txBody>
                    <a:bodyPr/>
                    <a:lstStyle/>
                    <a:p>
                      <a:pPr algn="l"/>
                      <a:r>
                        <a:rPr lang="en-US" sz="2800" dirty="0">
                          <a:latin typeface="Consolas" panose="020B0609020204030204" pitchFamily="49" charset="0"/>
                        </a:rPr>
                        <a:t>.visit()</a:t>
                      </a:r>
                    </a:p>
                  </a:txBody>
                  <a:tcPr anchor="ctr"/>
                </a:tc>
                <a:tc>
                  <a:txBody>
                    <a:bodyPr/>
                    <a:lstStyle/>
                    <a:p>
                      <a:pPr algn="l"/>
                      <a:r>
                        <a:rPr lang="en-US" sz="2800" dirty="0">
                          <a:latin typeface="+mn-lt"/>
                        </a:rPr>
                        <a:t>Visit a remote URL. Many tests begin with this command.</a:t>
                      </a:r>
                    </a:p>
                  </a:txBody>
                  <a:tcPr anchor="ctr"/>
                </a:tc>
                <a:extLst>
                  <a:ext uri="{0D108BD9-81ED-4DB2-BD59-A6C34878D82A}">
                    <a16:rowId xmlns:a16="http://schemas.microsoft.com/office/drawing/2014/main" val="3551947148"/>
                  </a:ext>
                </a:extLst>
              </a:tr>
              <a:tr h="835450">
                <a:tc>
                  <a:txBody>
                    <a:bodyPr/>
                    <a:lstStyle/>
                    <a:p>
                      <a:pPr algn="l"/>
                      <a:r>
                        <a:rPr lang="en-US" sz="2800" dirty="0">
                          <a:latin typeface="Consolas" panose="020B0609020204030204" pitchFamily="49" charset="0"/>
                        </a:rPr>
                        <a:t>.contains()</a:t>
                      </a:r>
                    </a:p>
                  </a:txBody>
                  <a:tcPr anchor="ctr"/>
                </a:tc>
                <a:tc>
                  <a:txBody>
                    <a:bodyPr/>
                    <a:lstStyle/>
                    <a:p>
                      <a:pPr algn="l"/>
                      <a:r>
                        <a:rPr lang="en-US" sz="2800" dirty="0">
                          <a:latin typeface="+mn-lt"/>
                        </a:rPr>
                        <a:t>Select a DOM element by text content.</a:t>
                      </a:r>
                    </a:p>
                  </a:txBody>
                  <a:tcPr anchor="ctr"/>
                </a:tc>
                <a:extLst>
                  <a:ext uri="{0D108BD9-81ED-4DB2-BD59-A6C34878D82A}">
                    <a16:rowId xmlns:a16="http://schemas.microsoft.com/office/drawing/2014/main" val="629116516"/>
                  </a:ext>
                </a:extLst>
              </a:tr>
              <a:tr h="835450">
                <a:tc>
                  <a:txBody>
                    <a:bodyPr/>
                    <a:lstStyle/>
                    <a:p>
                      <a:pPr algn="l"/>
                      <a:r>
                        <a:rPr lang="en-US" sz="2800" dirty="0">
                          <a:latin typeface="Consolas" panose="020B0609020204030204" pitchFamily="49" charset="0"/>
                        </a:rPr>
                        <a:t>.get()</a:t>
                      </a:r>
                    </a:p>
                  </a:txBody>
                  <a:tcPr anchor="ctr"/>
                </a:tc>
                <a:tc>
                  <a:txBody>
                    <a:bodyPr/>
                    <a:lstStyle/>
                    <a:p>
                      <a:pPr algn="l"/>
                      <a:r>
                        <a:rPr lang="en-US" sz="2800" dirty="0">
                          <a:latin typeface="+mn-lt"/>
                        </a:rPr>
                        <a:t>Find DOM elements by selector</a:t>
                      </a:r>
                    </a:p>
                  </a:txBody>
                  <a:tcPr anchor="ctr"/>
                </a:tc>
                <a:extLst>
                  <a:ext uri="{0D108BD9-81ED-4DB2-BD59-A6C34878D82A}">
                    <a16:rowId xmlns:a16="http://schemas.microsoft.com/office/drawing/2014/main" val="2185582708"/>
                  </a:ext>
                </a:extLst>
              </a:tr>
              <a:tr h="835450">
                <a:tc>
                  <a:txBody>
                    <a:bodyPr/>
                    <a:lstStyle/>
                    <a:p>
                      <a:pPr algn="l"/>
                      <a:r>
                        <a:rPr lang="en-US" sz="2800" dirty="0">
                          <a:latin typeface="Consolas" panose="020B0609020204030204" pitchFamily="49" charset="0"/>
                        </a:rPr>
                        <a:t>.click()</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Click a DOM element.</a:t>
                      </a:r>
                      <a:endParaRPr lang="en-US" sz="2800" dirty="0">
                        <a:latin typeface="+mn-lt"/>
                      </a:endParaRPr>
                    </a:p>
                  </a:txBody>
                  <a:tcPr anchor="ctr"/>
                </a:tc>
                <a:extLst>
                  <a:ext uri="{0D108BD9-81ED-4DB2-BD59-A6C34878D82A}">
                    <a16:rowId xmlns:a16="http://schemas.microsoft.com/office/drawing/2014/main" val="4259106528"/>
                  </a:ext>
                </a:extLst>
              </a:tr>
              <a:tr h="835450">
                <a:tc>
                  <a:txBody>
                    <a:bodyPr/>
                    <a:lstStyle/>
                    <a:p>
                      <a:pPr algn="l"/>
                      <a:r>
                        <a:rPr lang="en-US" sz="2800" dirty="0">
                          <a:latin typeface="Consolas" panose="020B0609020204030204" pitchFamily="49" charset="0"/>
                        </a:rPr>
                        <a:t>.type()</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Type into a DOM element.</a:t>
                      </a:r>
                      <a:endParaRPr lang="en-US" sz="2800" dirty="0">
                        <a:latin typeface="+mn-lt"/>
                      </a:endParaRPr>
                    </a:p>
                  </a:txBody>
                  <a:tcPr anchor="ctr"/>
                </a:tc>
                <a:extLst>
                  <a:ext uri="{0D108BD9-81ED-4DB2-BD59-A6C34878D82A}">
                    <a16:rowId xmlns:a16="http://schemas.microsoft.com/office/drawing/2014/main" val="1878514729"/>
                  </a:ext>
                </a:extLst>
              </a:tr>
            </a:tbl>
          </a:graphicData>
        </a:graphic>
      </p:graphicFrame>
      <p:sp>
        <p:nvSpPr>
          <p:cNvPr id="2" name="Title 1">
            <a:extLst>
              <a:ext uri="{FF2B5EF4-FFF2-40B4-BE49-F238E27FC236}">
                <a16:creationId xmlns:a16="http://schemas.microsoft.com/office/drawing/2014/main" id="{14382358-6725-904C-D7B5-8458F41CBA27}"/>
              </a:ext>
            </a:extLst>
          </p:cNvPr>
          <p:cNvSpPr>
            <a:spLocks noGrp="1"/>
          </p:cNvSpPr>
          <p:nvPr>
            <p:ph type="title"/>
          </p:nvPr>
        </p:nvSpPr>
        <p:spPr/>
        <p:txBody>
          <a:bodyPr/>
          <a:lstStyle/>
          <a:p>
            <a:r>
              <a:rPr lang="en-US" dirty="0"/>
              <a:t>Cypress commands work on a "virtual DOM"</a:t>
            </a:r>
          </a:p>
        </p:txBody>
      </p:sp>
      <p:sp>
        <p:nvSpPr>
          <p:cNvPr id="6" name="Text Placeholder 5">
            <a:extLst>
              <a:ext uri="{FF2B5EF4-FFF2-40B4-BE49-F238E27FC236}">
                <a16:creationId xmlns:a16="http://schemas.microsoft.com/office/drawing/2014/main" id="{FDFD56F0-BAE3-D690-D5F8-5758DA9411ED}"/>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2B45F899-B7ED-CA49-99E5-D844AD6E6E36}"/>
              </a:ext>
            </a:extLst>
          </p:cNvPr>
          <p:cNvSpPr>
            <a:spLocks noGrp="1"/>
          </p:cNvSpPr>
          <p:nvPr>
            <p:ph type="sldNum" sz="quarter" idx="2"/>
          </p:nvPr>
        </p:nvSpPr>
        <p:spPr/>
        <p:txBody>
          <a:bodyPr/>
          <a:lstStyle/>
          <a:p>
            <a:fld id="{86CB4B4D-7CA3-9044-876B-883B54F8677D}" type="slidenum">
              <a:rPr lang="en-US" smtClean="0"/>
              <a:t>45</a:t>
            </a:fld>
            <a:endParaRPr lang="en-US"/>
          </a:p>
        </p:txBody>
      </p:sp>
      <p:sp>
        <p:nvSpPr>
          <p:cNvPr id="7" name="TextBox 6">
            <a:extLst>
              <a:ext uri="{FF2B5EF4-FFF2-40B4-BE49-F238E27FC236}">
                <a16:creationId xmlns:a16="http://schemas.microsoft.com/office/drawing/2014/main" id="{FD7BF55A-CFA1-0121-A9F4-81D9B04611C4}"/>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https://docs.cypress.io/api/table-of-contents#Cypress-API</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434578814"/>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AEC50C2-F019-2719-9504-174095EE3318}"/>
              </a:ext>
            </a:extLst>
          </p:cNvPr>
          <p:cNvSpPr>
            <a:spLocks noGrp="1"/>
          </p:cNvSpPr>
          <p:nvPr>
            <p:ph type="title"/>
          </p:nvPr>
        </p:nvSpPr>
        <p:spPr/>
        <p:txBody>
          <a:bodyPr/>
          <a:lstStyle/>
          <a:p>
            <a:r>
              <a:rPr lang="en-US" dirty="0"/>
              <a:t>A typical cypress test</a:t>
            </a:r>
          </a:p>
        </p:txBody>
      </p:sp>
      <p:sp>
        <p:nvSpPr>
          <p:cNvPr id="4" name="Slide Number Placeholder 3">
            <a:extLst>
              <a:ext uri="{FF2B5EF4-FFF2-40B4-BE49-F238E27FC236}">
                <a16:creationId xmlns:a16="http://schemas.microsoft.com/office/drawing/2014/main" id="{801B11DB-AD1C-D8C8-EFB0-78970496B943}"/>
              </a:ext>
            </a:extLst>
          </p:cNvPr>
          <p:cNvSpPr>
            <a:spLocks noGrp="1"/>
          </p:cNvSpPr>
          <p:nvPr>
            <p:ph type="sldNum" sz="quarter" idx="2"/>
          </p:nvPr>
        </p:nvSpPr>
        <p:spPr/>
        <p:txBody>
          <a:bodyPr/>
          <a:lstStyle/>
          <a:p>
            <a:fld id="{86CB4B4D-7CA3-9044-876B-883B54F8677D}" type="slidenum">
              <a:rPr lang="en-US" smtClean="0"/>
              <a:t>46</a:t>
            </a:fld>
            <a:endParaRPr lang="en-US"/>
          </a:p>
        </p:txBody>
      </p:sp>
      <p:sp>
        <p:nvSpPr>
          <p:cNvPr id="7" name="TextBox 6">
            <a:extLst>
              <a:ext uri="{FF2B5EF4-FFF2-40B4-BE49-F238E27FC236}">
                <a16:creationId xmlns:a16="http://schemas.microsoft.com/office/drawing/2014/main" id="{8A7CBD44-2419-AD06-BCE7-5C65643C7BDB}"/>
              </a:ext>
            </a:extLst>
          </p:cNvPr>
          <p:cNvSpPr txBox="1"/>
          <p:nvPr/>
        </p:nvSpPr>
        <p:spPr>
          <a:xfrm>
            <a:off x="838200" y="1487666"/>
            <a:ext cx="10515600"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00"/>
                </a:solidFill>
                <a:effectLst/>
                <a:latin typeface="Consolas" panose="020B0609020204030204" pitchFamily="49" charset="0"/>
              </a:rPr>
              <a:t>it(</a:t>
            </a:r>
            <a:r>
              <a:rPr lang="en-US" b="0" dirty="0">
                <a:solidFill>
                  <a:srgbClr val="A31515"/>
                </a:solidFill>
                <a:effectLst/>
                <a:latin typeface="Consolas" panose="020B0609020204030204" pitchFamily="49" charset="0"/>
              </a:rPr>
              <a:t>"5.1 | Created new answer should be displayed at the top of the answers page"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answers = [</a:t>
            </a:r>
          </a:p>
          <a:p>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"Test Answer 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A1_TXT,</a:t>
            </a:r>
          </a:p>
          <a:p>
            <a:r>
              <a:rPr lang="en-US" b="0" dirty="0">
                <a:solidFill>
                  <a:srgbClr val="000000"/>
                </a:solidFill>
                <a:effectLst/>
                <a:latin typeface="Consolas" panose="020B0609020204030204" pitchFamily="49" charset="0"/>
              </a:rPr>
              <a:t>      A2_TXT,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cy.visit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"http://localhost:3000"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(Q1_DESC).click();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"Answer Question"</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answerUsernameInput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).type(answers[</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"Post Answer"</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).each(($</a:t>
            </a:r>
            <a:r>
              <a:rPr lang="en-US" b="0" dirty="0" err="1">
                <a:solidFill>
                  <a:srgbClr val="000000"/>
                </a:solidFill>
                <a:effectLst/>
                <a:latin typeface="Consolas" panose="020B0609020204030204" pitchFamily="49" charset="0"/>
              </a:rPr>
              <a:t>el</a:t>
            </a:r>
            <a:r>
              <a:rPr lang="en-US" b="0" dirty="0">
                <a:solidFill>
                  <a:srgbClr val="000000"/>
                </a:solidFill>
                <a:effectLst/>
                <a:latin typeface="Consolas" panose="020B0609020204030204" pitchFamily="49" charset="0"/>
              </a:rPr>
              <a:t>, index)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(answers[index]);</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"0 seconds ago"</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p:txBody>
      </p:sp>
      <p:grpSp>
        <p:nvGrpSpPr>
          <p:cNvPr id="8" name="Group 7">
            <a:extLst>
              <a:ext uri="{FF2B5EF4-FFF2-40B4-BE49-F238E27FC236}">
                <a16:creationId xmlns:a16="http://schemas.microsoft.com/office/drawing/2014/main" id="{61D80F06-A582-655B-22E0-72CA9162CC78}"/>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76D98FCF-2FAB-0C4B-7F97-366B090DB02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10" name="Straight Arrow Connector 9">
              <a:extLst>
                <a:ext uri="{FF2B5EF4-FFF2-40B4-BE49-F238E27FC236}">
                  <a16:creationId xmlns:a16="http://schemas.microsoft.com/office/drawing/2014/main" id="{63FBB70A-62F2-8A75-42C9-F6F3CBB0804A}"/>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46F114-3C66-0BC2-1A78-C3B440F8EE9E}"/>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938FE8E1-1AB7-6D63-0AB0-E9047D01024C}"/>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3" name="Straight Arrow Connector 12">
              <a:extLst>
                <a:ext uri="{FF2B5EF4-FFF2-40B4-BE49-F238E27FC236}">
                  <a16:creationId xmlns:a16="http://schemas.microsoft.com/office/drawing/2014/main" id="{B2D1B8A2-CA8B-5EE9-A8BD-C2D0FF573708}"/>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3CFFFF60-26FB-DF6E-7F25-26933940FFF9}"/>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1472FDE2-C182-834C-5578-CF7305B7EC85}"/>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EB5ED9D2-7679-AD17-26AB-134DAF34D0E8}"/>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02E9B292-A2AE-A15A-C4DD-D810DDF77427}"/>
              </a:ext>
            </a:extLst>
          </p:cNvPr>
          <p:cNvSpPr/>
          <p:nvPr/>
        </p:nvSpPr>
        <p:spPr>
          <a:xfrm>
            <a:off x="6165090" y="200162"/>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testing/cypress/e2e/</a:t>
            </a:r>
            <a:r>
              <a:rPr lang="en-US" sz="2400" dirty="0" err="1">
                <a:solidFill>
                  <a:schemeClr val="tx1"/>
                </a:solidFill>
              </a:rPr>
              <a:t>addAnswer.cy.ts</a:t>
            </a:r>
            <a:r>
              <a:rPr lang="en-US" sz="2400" dirty="0">
                <a:solidFill>
                  <a:schemeClr val="tx1"/>
                </a:solidFill>
              </a:rPr>
              <a:t> </a:t>
            </a:r>
          </a:p>
          <a:p>
            <a:pPr algn="ctr"/>
            <a:r>
              <a:rPr lang="en-US" sz="2400" dirty="0">
                <a:solidFill>
                  <a:schemeClr val="tx1"/>
                </a:solidFill>
              </a:rPr>
              <a:t>(from IP2 starter)</a:t>
            </a:r>
          </a:p>
        </p:txBody>
      </p:sp>
      <p:sp>
        <p:nvSpPr>
          <p:cNvPr id="2" name="TextBox 1">
            <a:extLst>
              <a:ext uri="{FF2B5EF4-FFF2-40B4-BE49-F238E27FC236}">
                <a16:creationId xmlns:a16="http://schemas.microsoft.com/office/drawing/2014/main" id="{9254B8D1-A2B4-57BC-E769-1367783A36DF}"/>
              </a:ext>
            </a:extLst>
          </p:cNvPr>
          <p:cNvSpPr txBox="1"/>
          <p:nvPr/>
        </p:nvSpPr>
        <p:spPr>
          <a:xfrm>
            <a:off x="6302829" y="6167088"/>
            <a:ext cx="4595518"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cypress run</a:t>
            </a:r>
          </a:p>
        </p:txBody>
      </p:sp>
    </p:spTree>
    <p:extLst>
      <p:ext uri="{BB962C8B-B14F-4D97-AF65-F5344CB8AC3E}">
        <p14:creationId xmlns:p14="http://schemas.microsoft.com/office/powerpoint/2010/main" val="19922671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6.4 Best Practices for UI Design</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47</a:t>
            </a:fld>
            <a:endParaRPr lang="en-US"/>
          </a:p>
        </p:txBody>
      </p:sp>
    </p:spTree>
    <p:extLst>
      <p:ext uri="{BB962C8B-B14F-4D97-AF65-F5344CB8AC3E}">
        <p14:creationId xmlns:p14="http://schemas.microsoft.com/office/powerpoint/2010/main" val="4191738213"/>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A6BC4-D346-E524-8EC5-3C7B9B0C94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3562-D6BE-FE93-2806-7057531F52A7}"/>
              </a:ext>
            </a:extLst>
          </p:cNvPr>
          <p:cNvSpPr>
            <a:spLocks noGrp="1"/>
          </p:cNvSpPr>
          <p:nvPr>
            <p:ph type="title"/>
          </p:nvPr>
        </p:nvSpPr>
        <p:spPr/>
        <p:txBody>
          <a:bodyPr/>
          <a:lstStyle/>
          <a:p>
            <a:r>
              <a:rPr lang="en-US" dirty="0"/>
              <a:t>UI/UX Design principles</a:t>
            </a:r>
          </a:p>
        </p:txBody>
      </p:sp>
      <p:sp>
        <p:nvSpPr>
          <p:cNvPr id="3" name="Text Placeholder 2">
            <a:extLst>
              <a:ext uri="{FF2B5EF4-FFF2-40B4-BE49-F238E27FC236}">
                <a16:creationId xmlns:a16="http://schemas.microsoft.com/office/drawing/2014/main" id="{C4632257-E034-B42A-E407-62B02E8CFD3B}"/>
              </a:ext>
            </a:extLst>
          </p:cNvPr>
          <p:cNvSpPr>
            <a:spLocks noGrp="1"/>
          </p:cNvSpPr>
          <p:nvPr>
            <p:ph type="body" idx="1"/>
          </p:nvPr>
        </p:nvSpPr>
        <p:spPr>
          <a:xfrm>
            <a:off x="838200" y="1500159"/>
            <a:ext cx="9868382" cy="1928841"/>
          </a:xfrm>
        </p:spPr>
        <p:txBody>
          <a:bodyPr>
            <a:normAutofit/>
          </a:bodyPr>
          <a:lstStyle/>
          <a:p>
            <a:r>
              <a:rPr lang="en-US" dirty="0"/>
              <a:t>The most commonly repeated UI/UX design principles across companies like </a:t>
            </a:r>
            <a:r>
              <a:rPr lang="en-US" dirty="0">
                <a:hlinkClick r:id="rId2"/>
              </a:rPr>
              <a:t>Apple</a:t>
            </a:r>
            <a:r>
              <a:rPr lang="en-US" dirty="0"/>
              <a:t>, </a:t>
            </a:r>
            <a:r>
              <a:rPr lang="en-US" dirty="0">
                <a:hlinkClick r:id="rId3"/>
              </a:rPr>
              <a:t>Google Material Design</a:t>
            </a:r>
            <a:r>
              <a:rPr lang="en-US" dirty="0"/>
              <a:t>, </a:t>
            </a:r>
            <a:r>
              <a:rPr lang="en-US" dirty="0">
                <a:hlinkClick r:id="rId4"/>
              </a:rPr>
              <a:t>Microsoft Design</a:t>
            </a:r>
            <a:r>
              <a:rPr lang="en-US" dirty="0"/>
              <a:t>, </a:t>
            </a:r>
            <a:r>
              <a:rPr lang="en-US" dirty="0">
                <a:hlinkClick r:id="rId5"/>
              </a:rPr>
              <a:t>IBM Carbon Design System</a:t>
            </a:r>
            <a:r>
              <a:rPr lang="en-US" dirty="0"/>
              <a:t>, and the Nielsen Norman Group are surprisingly consistent:</a:t>
            </a:r>
          </a:p>
        </p:txBody>
      </p:sp>
      <p:sp>
        <p:nvSpPr>
          <p:cNvPr id="4" name="Slide Number Placeholder 3">
            <a:extLst>
              <a:ext uri="{FF2B5EF4-FFF2-40B4-BE49-F238E27FC236}">
                <a16:creationId xmlns:a16="http://schemas.microsoft.com/office/drawing/2014/main" id="{6705ADF4-7A1B-9483-F5D1-9ED167E2DF7A}"/>
              </a:ext>
            </a:extLst>
          </p:cNvPr>
          <p:cNvSpPr>
            <a:spLocks noGrp="1"/>
          </p:cNvSpPr>
          <p:nvPr>
            <p:ph type="sldNum" sz="quarter" idx="2"/>
          </p:nvPr>
        </p:nvSpPr>
        <p:spPr/>
        <p:txBody>
          <a:bodyPr/>
          <a:lstStyle/>
          <a:p>
            <a:fld id="{86CB4B4D-7CA3-9044-876B-883B54F8677D}" type="slidenum">
              <a:rPr lang="en-US" smtClean="0"/>
              <a:t>48</a:t>
            </a:fld>
            <a:endParaRPr lang="en-US"/>
          </a:p>
        </p:txBody>
      </p:sp>
      <p:sp>
        <p:nvSpPr>
          <p:cNvPr id="7" name="TextBox 6">
            <a:extLst>
              <a:ext uri="{FF2B5EF4-FFF2-40B4-BE49-F238E27FC236}">
                <a16:creationId xmlns:a16="http://schemas.microsoft.com/office/drawing/2014/main" id="{E293A56B-FE12-F01F-96C5-A4CA07BD6630}"/>
              </a:ext>
            </a:extLst>
          </p:cNvPr>
          <p:cNvSpPr txBox="1"/>
          <p:nvPr/>
        </p:nvSpPr>
        <p:spPr>
          <a:xfrm>
            <a:off x="1125638" y="3320246"/>
            <a:ext cx="10228162" cy="181588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numCol="3">
            <a:spAutoFit/>
          </a:bodyPr>
          <a:lstStyle/>
          <a:p>
            <a:pPr marL="285750" indent="-285750">
              <a:buFont typeface="Arial" panose="020B0604020202020204" pitchFamily="34" charset="0"/>
              <a:buChar char="•"/>
            </a:pPr>
            <a:r>
              <a:rPr lang="en-US" sz="2800" dirty="0"/>
              <a:t>Consistency</a:t>
            </a:r>
          </a:p>
          <a:p>
            <a:pPr marL="285750" indent="-285750">
              <a:buFont typeface="Arial" panose="020B0604020202020204" pitchFamily="34" charset="0"/>
              <a:buChar char="•"/>
            </a:pPr>
            <a:r>
              <a:rPr lang="en-US" sz="2800" dirty="0"/>
              <a:t>Clarity</a:t>
            </a:r>
          </a:p>
          <a:p>
            <a:pPr marL="285750" indent="-285750">
              <a:buFont typeface="Arial" panose="020B0604020202020204" pitchFamily="34" charset="0"/>
              <a:buChar char="•"/>
            </a:pPr>
            <a:r>
              <a:rPr lang="en-US" sz="2800" dirty="0"/>
              <a:t>Accessibility</a:t>
            </a:r>
          </a:p>
          <a:p>
            <a:pPr marL="285750" indent="-285750">
              <a:buFont typeface="Arial" panose="020B0604020202020204" pitchFamily="34" charset="0"/>
              <a:buChar char="•"/>
            </a:pPr>
            <a:r>
              <a:rPr lang="en-US" sz="2800" dirty="0"/>
              <a:t>Visual hierarchy</a:t>
            </a:r>
          </a:p>
          <a:p>
            <a:pPr marL="285750" indent="-285750">
              <a:buFont typeface="Arial" panose="020B0604020202020204" pitchFamily="34" charset="0"/>
              <a:buChar char="•"/>
            </a:pPr>
            <a:r>
              <a:rPr lang="en-US" sz="2800" dirty="0"/>
              <a:t>Simplicity</a:t>
            </a:r>
          </a:p>
          <a:p>
            <a:pPr marL="285750" indent="-285750">
              <a:buFont typeface="Arial" panose="020B0604020202020204" pitchFamily="34" charset="0"/>
              <a:buChar char="•"/>
            </a:pPr>
            <a:r>
              <a:rPr lang="en-US" sz="2800" dirty="0"/>
              <a:t>User control</a:t>
            </a:r>
          </a:p>
          <a:p>
            <a:pPr marL="285750" indent="-285750">
              <a:buFont typeface="Arial" panose="020B0604020202020204" pitchFamily="34" charset="0"/>
              <a:buChar char="•"/>
            </a:pPr>
            <a:r>
              <a:rPr lang="en-US" sz="2800" dirty="0"/>
              <a:t>Efficiency</a:t>
            </a:r>
          </a:p>
          <a:p>
            <a:pPr marL="285750" indent="-285750">
              <a:buFont typeface="Arial" panose="020B0604020202020204" pitchFamily="34" charset="0"/>
              <a:buChar char="•"/>
            </a:pPr>
            <a:r>
              <a:rPr lang="en-US" sz="2800" dirty="0"/>
              <a:t>Predictability</a:t>
            </a:r>
          </a:p>
          <a:p>
            <a:pPr marL="285750" indent="-285750">
              <a:buFont typeface="Arial" panose="020B0604020202020204" pitchFamily="34" charset="0"/>
              <a:buChar char="•"/>
            </a:pPr>
            <a:r>
              <a:rPr lang="en-US" sz="2800" dirty="0"/>
              <a:t>Responsive/adaptive design</a:t>
            </a:r>
          </a:p>
          <a:p>
            <a:pPr marL="285750" indent="-285750">
              <a:buFont typeface="Arial" panose="020B0604020202020204" pitchFamily="34" charset="0"/>
              <a:buChar char="•"/>
            </a:pPr>
            <a:r>
              <a:rPr lang="en-US" sz="2800" dirty="0"/>
              <a:t>Feedback/system status</a:t>
            </a:r>
          </a:p>
        </p:txBody>
      </p:sp>
    </p:spTree>
    <p:extLst>
      <p:ext uri="{BB962C8B-B14F-4D97-AF65-F5344CB8AC3E}">
        <p14:creationId xmlns:p14="http://schemas.microsoft.com/office/powerpoint/2010/main" val="1624152130"/>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a:xfrm>
            <a:off x="838199" y="1500159"/>
            <a:ext cx="9312797" cy="4351339"/>
          </a:xfrm>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r>
              <a:rPr lang="en-US" dirty="0">
                <a:solidFill>
                  <a:schemeClr val="tx1"/>
                </a:solidFill>
              </a:rPr>
              <a:t>Become familiar with Best practices of UI/UX design</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49</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29381</TotalTime>
  <Words>6835</Words>
  <Application>Microsoft Office PowerPoint</Application>
  <PresentationFormat>Widescreen</PresentationFormat>
  <Paragraphs>799</Paragraphs>
  <Slides>49</Slides>
  <Notes>35</Notes>
  <HiddenSlides>8</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49</vt:i4>
      </vt:variant>
    </vt:vector>
  </HeadingPairs>
  <TitlesOfParts>
    <vt:vector size="56"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A real example: a display that connects to a self-ticking clock</vt:lpstr>
      <vt:lpstr>Our app will have three displays of the clock</vt:lpstr>
      <vt:lpstr>The clock itself is simple</vt:lpstr>
      <vt:lpstr>And we’ll make the clock a singleton in the usual way</vt:lpstr>
      <vt:lpstr>Now let's look at &lt;ClockDisplay&gt;</vt:lpstr>
      <vt:lpstr>Clock Display: display logic</vt:lpstr>
      <vt:lpstr>running SimpleClockDisplayApp</vt:lpstr>
      <vt:lpstr>Array of Clocks Demo</vt:lpstr>
      <vt:lpstr>useEffect’s Dependencies Control Its Execution </vt:lpstr>
      <vt:lpstr>Example (Part 1)</vt:lpstr>
      <vt:lpstr>Demo</vt:lpstr>
      <vt:lpstr>When is the cleanup function executed?</vt:lpstr>
      <vt:lpstr>Demo</vt:lpstr>
      <vt:lpstr>PowerPoint Presentation</vt:lpstr>
      <vt:lpstr>Communication with an (Actual) External System</vt:lpstr>
      <vt:lpstr>useEffect and and fetch working together</vt:lpstr>
      <vt:lpstr>Lesson 6.2 Custom Hooks</vt:lpstr>
      <vt:lpstr>Custom Hooks</vt:lpstr>
      <vt:lpstr>Example: useClock</vt:lpstr>
      <vt:lpstr>Using useClock</vt:lpstr>
      <vt:lpstr>A somewhat larger 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Example (1): Interacting With a REST-based Server</vt:lpstr>
      <vt:lpstr>Example (2, 3): Setting Up and Cleaning Up a Chat Subscription or Showing Unread Messages</vt:lpstr>
      <vt:lpstr>Interacting With a REST-based Server</vt:lpstr>
      <vt:lpstr>Interacting With a REST-based Server</vt:lpstr>
      <vt:lpstr>Interacting With a REST-based Server</vt:lpstr>
      <vt:lpstr>There are several other React Hooks that might be useful.</vt:lpstr>
      <vt:lpstr>Lesson 6.3 Testing your React components</vt:lpstr>
      <vt:lpstr>Testing React components</vt:lpstr>
      <vt:lpstr>Recall: Most tests are in AAA form: Assemble/Act/Assess</vt:lpstr>
      <vt:lpstr>Playwright commands work on a ”page object”</vt:lpstr>
      <vt:lpstr>A typical playwright test</vt:lpstr>
      <vt:lpstr>Cypress commands work on a "virtual DOM"</vt:lpstr>
      <vt:lpstr>A typical cypress test</vt:lpstr>
      <vt:lpstr>Lesson 6.4 Best Practices for UI Design</vt:lpstr>
      <vt:lpstr>UI/UX Design principles</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Bhutta, Adeel</cp:lastModifiedBy>
  <cp:revision>107</cp:revision>
  <dcterms:modified xsi:type="dcterms:W3CDTF">2026-05-10T02:50:04Z</dcterms:modified>
</cp:coreProperties>
</file>