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397" r:id="rId4"/>
    <p:sldId id="58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397"/>
            <p14:sldId id="58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242" autoAdjust="0"/>
    <p:restoredTop sz="72622" autoAdjust="0"/>
  </p:normalViewPr>
  <p:slideViewPr>
    <p:cSldViewPr snapToGrid="0">
      <p:cViewPr varScale="1">
        <p:scale>
          <a:sx n="54" d="100"/>
          <a:sy n="54" d="100"/>
        </p:scale>
        <p:origin x="908" y="4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4/15/2026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meme does a great job capturing the many ways in which we can get off course and end up building the wrong thing.</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to talk more about requirements gathering and where user stories actually come from in the next module.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4/15/2026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4/15/2026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4/15/2026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4/15/2026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4/15/2026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4/15/2026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4/15/2026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4/15/2026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4/15/2026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4/15/2026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4/15/2026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4/15/2026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 Id="rId9" Type="http://schemas.openxmlformats.org/officeDocument/2006/relationships/image" Target="../media/image8.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0395" y="1730992"/>
            <a:ext cx="10103405" cy="37480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User stories in software engineering</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14678</TotalTime>
  <Words>3710</Words>
  <Application>Microsoft Office PowerPoint</Application>
  <PresentationFormat>Widescreen</PresentationFormat>
  <Paragraphs>288</Paragraphs>
  <Slides>27</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Verdana</vt:lpstr>
      <vt:lpstr>Ink Free</vt:lpstr>
      <vt:lpstr>Helvetica Neue</vt:lpstr>
      <vt:lpstr>Calibri</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What are user stories?</vt:lpstr>
      <vt:lpstr>User stories in software engineering</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Bhutta, Adeel</cp:lastModifiedBy>
  <cp:revision>493</cp:revision>
  <cp:lastPrinted>2025-08-26T18:49:02Z</cp:lastPrinted>
  <dcterms:created xsi:type="dcterms:W3CDTF">2021-01-07T15:19:22Z</dcterms:created>
  <dcterms:modified xsi:type="dcterms:W3CDTF">2026-04-16T00:37:15Z</dcterms:modified>
</cp:coreProperties>
</file>